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3A5F"/>
    <a:srgbClr val="F5F7FA"/>
    <a:srgbClr val="E6E6E6"/>
    <a:srgbClr val="D7EEF9"/>
    <a:srgbClr val="0A0A0A"/>
    <a:srgbClr val="F3F4F8"/>
    <a:srgbClr val="F6F8FA"/>
    <a:srgbClr val="E6E8F2"/>
    <a:srgbClr val="F4F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CC14B-645B-F460-0C6D-735CBC246A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C73DF3-07BB-B304-B477-D03D9048B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4C3223-5CE7-0744-F9D8-C5CDFB4E4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0CC05D-2CE0-8CE9-D86B-3BEB2A33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A0F58E-3109-E936-9011-B21060A00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7366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88C2C-0713-EFC6-7D4B-2E6C4A5CF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F0BE5C-7F3A-3EEC-7502-504B73CE0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BA69BA-77A3-4A48-D1D8-692393275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944D7F-B6CB-0F9A-906D-BB445B3D8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C94083-E975-776A-4BF1-6289A833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8420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4E6B7-BD8A-8EF4-4326-4FD54DCCF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FD0B34-5947-02DC-35D6-720E8CA7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8907AB-F972-060E-48D2-249E18589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7CD38B-6658-8BC8-8E5E-DF1EE15E1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074967-DACB-FE8E-6E2A-4377BEE4A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3376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8F0F9-A842-8B83-09C2-B503DBD37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5EE947-F3F6-B7D7-E0C3-07D4E2A5FE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AFEB8E2-C007-E113-A53D-4B2CE00A8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321183-3C02-FFB4-20B8-2117C0A90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8BC2D2-AC84-B04B-DE24-E9397FE0D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E286216-A5E1-9AAF-6C3C-BB6363859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1606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BCCAC6-E3D7-98BD-FF0A-BD56CA8E8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C89BEF-054B-ED14-12FB-66AC1DC74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40EE10-0D53-8E90-CB56-631CDA9ED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A27982B-20B9-7EB1-3219-0498802A4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418B14E-F3EC-0A09-13BD-B325B5CDBB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EB8D276-F019-7E81-EE00-3EDD8828F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42A60C-3F15-7B85-A073-8C7C1AEB4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99D0363-CEA5-0BAA-B70C-A57927088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1483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2E17C7-0F34-2354-FF11-BF286FCE3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DA462AC-119B-4116-EB6C-423BBBDAA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10AE1C2-620A-A25E-3718-FB7813BE3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39CF86E-8265-F8AD-5B44-8122054F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651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38CDFC4-D779-AE80-2181-B79C365D3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E9A0BA3-0BCB-9007-9BBF-278D4C477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726E7D-4163-C2AB-5733-A34758B1E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6846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F0AA9-DA9F-49C6-A916-F8DE31938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C03538-9253-7ABE-079E-1D1147958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AA1916-64D5-E3DD-7C22-DA43B93762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922487-8EBF-481E-83ED-F1FCC7D5B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31A4151-13EB-742A-944B-34A3D0B9F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4A95FE-FFA3-CCAF-804F-FA1A2CFF1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955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5CEF58-A298-1D8A-E899-70CD047B5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B3F6DA4-B5DE-02C9-3A4D-751B02D812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08C3F9-15F0-C9F2-C017-A8DA12B2B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CA8783-2920-140A-AB4A-E3E9A9093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A1BD99-FEBB-8DA3-65BB-5EBBB5AC5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C5D0D5-7905-3FE8-F677-E284652D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6101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BC9D8-887C-4BBD-7EBA-5C5A93973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C550240-9B05-DB19-096A-516F84846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3C9244-555D-0448-82C4-EBDD779D8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0BA9F6-04AC-064D-1DB4-D77BB7B9A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2BB353-EF7E-2232-8606-D151FABD8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4702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1A91D93-5F16-9C7A-BC2D-57A46928BB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E744C9E-9EC0-ABC1-8BC1-B0A72CDCD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AF5475-D2EF-E723-E73B-2686F176E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6B22-234B-48A0-9B90-72A4AF419D0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AC35FB-D53D-C584-D7D2-9D17792CF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541B20-88FC-EB37-F972-2594E11AB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8557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D2A9B4A-86FE-C208-F8D7-47A647B5B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A6293C-E3E0-604C-D7EF-9D0873048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14B1BC-F16C-78DC-ABDB-327403848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B56B22-234B-48A0-9B90-72A4AF419D0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955ADA-EE67-1C10-4506-69156A6220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CED509-8FFF-8389-614F-9AAADE8B3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B48CF8-D987-4009-AB60-B80EB8311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6549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16.png"/><Relationship Id="rId5" Type="http://schemas.openxmlformats.org/officeDocument/2006/relationships/image" Target="../media/image14.png"/><Relationship Id="rId10" Type="http://schemas.openxmlformats.org/officeDocument/2006/relationships/image" Target="../media/image15.png"/><Relationship Id="rId4" Type="http://schemas.openxmlformats.org/officeDocument/2006/relationships/image" Target="../media/image13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8.png"/><Relationship Id="rId5" Type="http://schemas.openxmlformats.org/officeDocument/2006/relationships/image" Target="../media/image4.pn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8.png"/><Relationship Id="rId5" Type="http://schemas.openxmlformats.org/officeDocument/2006/relationships/image" Target="../media/image4.pn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EFED8F11-7150-C394-9384-7FB50B3742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4058"/>
            </a:avLst>
          </a:prstGeom>
          <a:solidFill>
            <a:srgbClr val="F3F4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25E4AD4-D58D-2167-8E04-797229EAFB6D}"/>
              </a:ext>
            </a:extLst>
          </p:cNvPr>
          <p:cNvSpPr/>
          <p:nvPr/>
        </p:nvSpPr>
        <p:spPr>
          <a:xfrm>
            <a:off x="-177079" y="897622"/>
            <a:ext cx="715733" cy="4337108"/>
          </a:xfrm>
          <a:prstGeom prst="roundRect">
            <a:avLst/>
          </a:prstGeom>
          <a:solidFill>
            <a:srgbClr val="2F3A5F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EA3A9F8A-FCE2-E86D-AFA2-D068A07E5900}"/>
              </a:ext>
            </a:extLst>
          </p:cNvPr>
          <p:cNvSpPr/>
          <p:nvPr/>
        </p:nvSpPr>
        <p:spPr>
          <a:xfrm>
            <a:off x="91291" y="2096342"/>
            <a:ext cx="348481" cy="351582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657EB1DC-6A08-BB42-DCFA-6F15BB41DE40}"/>
              </a:ext>
            </a:extLst>
          </p:cNvPr>
          <p:cNvSpPr/>
          <p:nvPr/>
        </p:nvSpPr>
        <p:spPr>
          <a:xfrm>
            <a:off x="-1170" y="-45343"/>
            <a:ext cx="12233684" cy="853130"/>
          </a:xfrm>
          <a:custGeom>
            <a:avLst/>
            <a:gdLst>
              <a:gd name="connsiteX0" fmla="*/ 0 w 12192000"/>
              <a:gd name="connsiteY0" fmla="*/ 245786 h 491571"/>
              <a:gd name="connsiteX1" fmla="*/ 245786 w 12192000"/>
              <a:gd name="connsiteY1" fmla="*/ 0 h 491571"/>
              <a:gd name="connsiteX2" fmla="*/ 11946215 w 12192000"/>
              <a:gd name="connsiteY2" fmla="*/ 0 h 491571"/>
              <a:gd name="connsiteX3" fmla="*/ 12192001 w 12192000"/>
              <a:gd name="connsiteY3" fmla="*/ 245786 h 491571"/>
              <a:gd name="connsiteX4" fmla="*/ 12192000 w 12192000"/>
              <a:gd name="connsiteY4" fmla="*/ 245786 h 491571"/>
              <a:gd name="connsiteX5" fmla="*/ 11946214 w 12192000"/>
              <a:gd name="connsiteY5" fmla="*/ 491572 h 491571"/>
              <a:gd name="connsiteX6" fmla="*/ 245786 w 12192000"/>
              <a:gd name="connsiteY6" fmla="*/ 491571 h 491571"/>
              <a:gd name="connsiteX7" fmla="*/ 0 w 12192000"/>
              <a:gd name="connsiteY7" fmla="*/ 245785 h 491571"/>
              <a:gd name="connsiteX8" fmla="*/ 0 w 12192000"/>
              <a:gd name="connsiteY8" fmla="*/ 245786 h 491571"/>
              <a:gd name="connsiteX0" fmla="*/ 8746 w 12200747"/>
              <a:gd name="connsiteY0" fmla="*/ 245786 h 525126"/>
              <a:gd name="connsiteX1" fmla="*/ 254532 w 12200747"/>
              <a:gd name="connsiteY1" fmla="*/ 0 h 525126"/>
              <a:gd name="connsiteX2" fmla="*/ 11954961 w 12200747"/>
              <a:gd name="connsiteY2" fmla="*/ 0 h 525126"/>
              <a:gd name="connsiteX3" fmla="*/ 12200747 w 12200747"/>
              <a:gd name="connsiteY3" fmla="*/ 245786 h 525126"/>
              <a:gd name="connsiteX4" fmla="*/ 12200746 w 12200747"/>
              <a:gd name="connsiteY4" fmla="*/ 245786 h 525126"/>
              <a:gd name="connsiteX5" fmla="*/ 11954960 w 12200747"/>
              <a:gd name="connsiteY5" fmla="*/ 491572 h 525126"/>
              <a:gd name="connsiteX6" fmla="*/ 95141 w 12200747"/>
              <a:gd name="connsiteY6" fmla="*/ 525126 h 525126"/>
              <a:gd name="connsiteX7" fmla="*/ 8746 w 12200747"/>
              <a:gd name="connsiteY7" fmla="*/ 245785 h 525126"/>
              <a:gd name="connsiteX8" fmla="*/ 8746 w 12200747"/>
              <a:gd name="connsiteY8" fmla="*/ 245786 h 525126"/>
              <a:gd name="connsiteX0" fmla="*/ 7009 w 12199010"/>
              <a:gd name="connsiteY0" fmla="*/ 245786 h 539413"/>
              <a:gd name="connsiteX1" fmla="*/ 252795 w 12199010"/>
              <a:gd name="connsiteY1" fmla="*/ 0 h 539413"/>
              <a:gd name="connsiteX2" fmla="*/ 11953224 w 12199010"/>
              <a:gd name="connsiteY2" fmla="*/ 0 h 539413"/>
              <a:gd name="connsiteX3" fmla="*/ 12199010 w 12199010"/>
              <a:gd name="connsiteY3" fmla="*/ 245786 h 539413"/>
              <a:gd name="connsiteX4" fmla="*/ 12199009 w 12199010"/>
              <a:gd name="connsiteY4" fmla="*/ 245786 h 539413"/>
              <a:gd name="connsiteX5" fmla="*/ 11953223 w 12199010"/>
              <a:gd name="connsiteY5" fmla="*/ 491572 h 539413"/>
              <a:gd name="connsiteX6" fmla="*/ 98167 w 12199010"/>
              <a:gd name="connsiteY6" fmla="*/ 539413 h 539413"/>
              <a:gd name="connsiteX7" fmla="*/ 7009 w 12199010"/>
              <a:gd name="connsiteY7" fmla="*/ 245785 h 539413"/>
              <a:gd name="connsiteX8" fmla="*/ 7009 w 12199010"/>
              <a:gd name="connsiteY8" fmla="*/ 245786 h 539413"/>
              <a:gd name="connsiteX0" fmla="*/ 4473 w 12196474"/>
              <a:gd name="connsiteY0" fmla="*/ 245786 h 539439"/>
              <a:gd name="connsiteX1" fmla="*/ 250259 w 12196474"/>
              <a:gd name="connsiteY1" fmla="*/ 0 h 539439"/>
              <a:gd name="connsiteX2" fmla="*/ 11950688 w 12196474"/>
              <a:gd name="connsiteY2" fmla="*/ 0 h 539439"/>
              <a:gd name="connsiteX3" fmla="*/ 12196474 w 12196474"/>
              <a:gd name="connsiteY3" fmla="*/ 245786 h 539439"/>
              <a:gd name="connsiteX4" fmla="*/ 12196473 w 12196474"/>
              <a:gd name="connsiteY4" fmla="*/ 245786 h 539439"/>
              <a:gd name="connsiteX5" fmla="*/ 11950687 w 12196474"/>
              <a:gd name="connsiteY5" fmla="*/ 491572 h 539439"/>
              <a:gd name="connsiteX6" fmla="*/ 95631 w 12196474"/>
              <a:gd name="connsiteY6" fmla="*/ 539413 h 539439"/>
              <a:gd name="connsiteX7" fmla="*/ 4473 w 12196474"/>
              <a:gd name="connsiteY7" fmla="*/ 245785 h 539439"/>
              <a:gd name="connsiteX8" fmla="*/ 4473 w 12196474"/>
              <a:gd name="connsiteY8" fmla="*/ 245786 h 539439"/>
              <a:gd name="connsiteX0" fmla="*/ 48673 w 12240674"/>
              <a:gd name="connsiteY0" fmla="*/ 245786 h 539439"/>
              <a:gd name="connsiteX1" fmla="*/ 294459 w 12240674"/>
              <a:gd name="connsiteY1" fmla="*/ 0 h 539439"/>
              <a:gd name="connsiteX2" fmla="*/ 11994888 w 12240674"/>
              <a:gd name="connsiteY2" fmla="*/ 0 h 539439"/>
              <a:gd name="connsiteX3" fmla="*/ 12240674 w 12240674"/>
              <a:gd name="connsiteY3" fmla="*/ 245786 h 539439"/>
              <a:gd name="connsiteX4" fmla="*/ 12240673 w 12240674"/>
              <a:gd name="connsiteY4" fmla="*/ 245786 h 539439"/>
              <a:gd name="connsiteX5" fmla="*/ 11994887 w 12240674"/>
              <a:gd name="connsiteY5" fmla="*/ 491572 h 539439"/>
              <a:gd name="connsiteX6" fmla="*/ 58868 w 12240674"/>
              <a:gd name="connsiteY6" fmla="*/ 539413 h 539439"/>
              <a:gd name="connsiteX7" fmla="*/ 48673 w 12240674"/>
              <a:gd name="connsiteY7" fmla="*/ 245785 h 539439"/>
              <a:gd name="connsiteX8" fmla="*/ 48673 w 12240674"/>
              <a:gd name="connsiteY8" fmla="*/ 245786 h 539439"/>
              <a:gd name="connsiteX0" fmla="*/ 0 w 12192001"/>
              <a:gd name="connsiteY0" fmla="*/ 245786 h 540522"/>
              <a:gd name="connsiteX1" fmla="*/ 245786 w 12192001"/>
              <a:gd name="connsiteY1" fmla="*/ 0 h 540522"/>
              <a:gd name="connsiteX2" fmla="*/ 11946215 w 12192001"/>
              <a:gd name="connsiteY2" fmla="*/ 0 h 540522"/>
              <a:gd name="connsiteX3" fmla="*/ 12192001 w 12192001"/>
              <a:gd name="connsiteY3" fmla="*/ 245786 h 540522"/>
              <a:gd name="connsiteX4" fmla="*/ 12192000 w 12192001"/>
              <a:gd name="connsiteY4" fmla="*/ 245786 h 540522"/>
              <a:gd name="connsiteX5" fmla="*/ 11946214 w 12192001"/>
              <a:gd name="connsiteY5" fmla="*/ 491572 h 540522"/>
              <a:gd name="connsiteX6" fmla="*/ 10195 w 12192001"/>
              <a:gd name="connsiteY6" fmla="*/ 539413 h 540522"/>
              <a:gd name="connsiteX7" fmla="*/ 0 w 12192001"/>
              <a:gd name="connsiteY7" fmla="*/ 245785 h 540522"/>
              <a:gd name="connsiteX8" fmla="*/ 0 w 12192001"/>
              <a:gd name="connsiteY8" fmla="*/ 245786 h 540522"/>
              <a:gd name="connsiteX0" fmla="*/ 1172 w 12193173"/>
              <a:gd name="connsiteY0" fmla="*/ 245786 h 540522"/>
              <a:gd name="connsiteX1" fmla="*/ 246958 w 12193173"/>
              <a:gd name="connsiteY1" fmla="*/ 0 h 540522"/>
              <a:gd name="connsiteX2" fmla="*/ 11947387 w 12193173"/>
              <a:gd name="connsiteY2" fmla="*/ 0 h 540522"/>
              <a:gd name="connsiteX3" fmla="*/ 12193173 w 12193173"/>
              <a:gd name="connsiteY3" fmla="*/ 245786 h 540522"/>
              <a:gd name="connsiteX4" fmla="*/ 12193172 w 12193173"/>
              <a:gd name="connsiteY4" fmla="*/ 245786 h 540522"/>
              <a:gd name="connsiteX5" fmla="*/ 11947386 w 12193173"/>
              <a:gd name="connsiteY5" fmla="*/ 491572 h 540522"/>
              <a:gd name="connsiteX6" fmla="*/ 4223 w 12193173"/>
              <a:gd name="connsiteY6" fmla="*/ 539413 h 540522"/>
              <a:gd name="connsiteX7" fmla="*/ 1172 w 12193173"/>
              <a:gd name="connsiteY7" fmla="*/ 245785 h 540522"/>
              <a:gd name="connsiteX8" fmla="*/ 1172 w 12193173"/>
              <a:gd name="connsiteY8" fmla="*/ 245786 h 540522"/>
              <a:gd name="connsiteX0" fmla="*/ 1172 w 12231428"/>
              <a:gd name="connsiteY0" fmla="*/ 245786 h 540522"/>
              <a:gd name="connsiteX1" fmla="*/ 246958 w 12231428"/>
              <a:gd name="connsiteY1" fmla="*/ 0 h 540522"/>
              <a:gd name="connsiteX2" fmla="*/ 11947387 w 12231428"/>
              <a:gd name="connsiteY2" fmla="*/ 0 h 540522"/>
              <a:gd name="connsiteX3" fmla="*/ 12193173 w 12231428"/>
              <a:gd name="connsiteY3" fmla="*/ 245786 h 540522"/>
              <a:gd name="connsiteX4" fmla="*/ 12193172 w 12231428"/>
              <a:gd name="connsiteY4" fmla="*/ 245786 h 540522"/>
              <a:gd name="connsiteX5" fmla="*/ 12161698 w 12231428"/>
              <a:gd name="connsiteY5" fmla="*/ 486810 h 540522"/>
              <a:gd name="connsiteX6" fmla="*/ 4223 w 12231428"/>
              <a:gd name="connsiteY6" fmla="*/ 539413 h 540522"/>
              <a:gd name="connsiteX7" fmla="*/ 1172 w 12231428"/>
              <a:gd name="connsiteY7" fmla="*/ 245785 h 540522"/>
              <a:gd name="connsiteX8" fmla="*/ 1172 w 12231428"/>
              <a:gd name="connsiteY8" fmla="*/ 245786 h 540522"/>
              <a:gd name="connsiteX0" fmla="*/ 1172 w 12195146"/>
              <a:gd name="connsiteY0" fmla="*/ 245786 h 540522"/>
              <a:gd name="connsiteX1" fmla="*/ 246958 w 12195146"/>
              <a:gd name="connsiteY1" fmla="*/ 0 h 540522"/>
              <a:gd name="connsiteX2" fmla="*/ 11947387 w 12195146"/>
              <a:gd name="connsiteY2" fmla="*/ 0 h 540522"/>
              <a:gd name="connsiteX3" fmla="*/ 12193173 w 12195146"/>
              <a:gd name="connsiteY3" fmla="*/ 245786 h 540522"/>
              <a:gd name="connsiteX4" fmla="*/ 12193172 w 12195146"/>
              <a:gd name="connsiteY4" fmla="*/ 245786 h 540522"/>
              <a:gd name="connsiteX5" fmla="*/ 12161698 w 12195146"/>
              <a:gd name="connsiteY5" fmla="*/ 486810 h 540522"/>
              <a:gd name="connsiteX6" fmla="*/ 4223 w 12195146"/>
              <a:gd name="connsiteY6" fmla="*/ 539413 h 540522"/>
              <a:gd name="connsiteX7" fmla="*/ 1172 w 12195146"/>
              <a:gd name="connsiteY7" fmla="*/ 245785 h 540522"/>
              <a:gd name="connsiteX8" fmla="*/ 1172 w 12195146"/>
              <a:gd name="connsiteY8" fmla="*/ 245786 h 540522"/>
              <a:gd name="connsiteX0" fmla="*/ 1172 w 12244277"/>
              <a:gd name="connsiteY0" fmla="*/ 245786 h 540522"/>
              <a:gd name="connsiteX1" fmla="*/ 246958 w 12244277"/>
              <a:gd name="connsiteY1" fmla="*/ 0 h 540522"/>
              <a:gd name="connsiteX2" fmla="*/ 11947387 w 12244277"/>
              <a:gd name="connsiteY2" fmla="*/ 0 h 540522"/>
              <a:gd name="connsiteX3" fmla="*/ 12193173 w 12244277"/>
              <a:gd name="connsiteY3" fmla="*/ 245786 h 540522"/>
              <a:gd name="connsiteX4" fmla="*/ 12193172 w 12244277"/>
              <a:gd name="connsiteY4" fmla="*/ 245786 h 540522"/>
              <a:gd name="connsiteX5" fmla="*/ 12230754 w 12244277"/>
              <a:gd name="connsiteY5" fmla="*/ 484428 h 540522"/>
              <a:gd name="connsiteX6" fmla="*/ 4223 w 12244277"/>
              <a:gd name="connsiteY6" fmla="*/ 539413 h 540522"/>
              <a:gd name="connsiteX7" fmla="*/ 1172 w 12244277"/>
              <a:gd name="connsiteY7" fmla="*/ 245785 h 540522"/>
              <a:gd name="connsiteX8" fmla="*/ 1172 w 12244277"/>
              <a:gd name="connsiteY8" fmla="*/ 245786 h 540522"/>
              <a:gd name="connsiteX0" fmla="*/ 1172 w 12222094"/>
              <a:gd name="connsiteY0" fmla="*/ 245786 h 540522"/>
              <a:gd name="connsiteX1" fmla="*/ 246958 w 12222094"/>
              <a:gd name="connsiteY1" fmla="*/ 0 h 540522"/>
              <a:gd name="connsiteX2" fmla="*/ 11947387 w 12222094"/>
              <a:gd name="connsiteY2" fmla="*/ 0 h 540522"/>
              <a:gd name="connsiteX3" fmla="*/ 12193173 w 12222094"/>
              <a:gd name="connsiteY3" fmla="*/ 245786 h 540522"/>
              <a:gd name="connsiteX4" fmla="*/ 12193172 w 12222094"/>
              <a:gd name="connsiteY4" fmla="*/ 245786 h 540522"/>
              <a:gd name="connsiteX5" fmla="*/ 12204561 w 12222094"/>
              <a:gd name="connsiteY5" fmla="*/ 489190 h 540522"/>
              <a:gd name="connsiteX6" fmla="*/ 4223 w 12222094"/>
              <a:gd name="connsiteY6" fmla="*/ 539413 h 540522"/>
              <a:gd name="connsiteX7" fmla="*/ 1172 w 12222094"/>
              <a:gd name="connsiteY7" fmla="*/ 245785 h 540522"/>
              <a:gd name="connsiteX8" fmla="*/ 1172 w 12222094"/>
              <a:gd name="connsiteY8" fmla="*/ 245786 h 540522"/>
              <a:gd name="connsiteX0" fmla="*/ 1172 w 12207823"/>
              <a:gd name="connsiteY0" fmla="*/ 245786 h 540522"/>
              <a:gd name="connsiteX1" fmla="*/ 246958 w 12207823"/>
              <a:gd name="connsiteY1" fmla="*/ 0 h 540522"/>
              <a:gd name="connsiteX2" fmla="*/ 11947387 w 12207823"/>
              <a:gd name="connsiteY2" fmla="*/ 0 h 540522"/>
              <a:gd name="connsiteX3" fmla="*/ 12193173 w 12207823"/>
              <a:gd name="connsiteY3" fmla="*/ 245786 h 540522"/>
              <a:gd name="connsiteX4" fmla="*/ 12193172 w 12207823"/>
              <a:gd name="connsiteY4" fmla="*/ 245786 h 540522"/>
              <a:gd name="connsiteX5" fmla="*/ 12185511 w 12207823"/>
              <a:gd name="connsiteY5" fmla="*/ 491571 h 540522"/>
              <a:gd name="connsiteX6" fmla="*/ 4223 w 12207823"/>
              <a:gd name="connsiteY6" fmla="*/ 539413 h 540522"/>
              <a:gd name="connsiteX7" fmla="*/ 1172 w 12207823"/>
              <a:gd name="connsiteY7" fmla="*/ 245785 h 540522"/>
              <a:gd name="connsiteX8" fmla="*/ 1172 w 12207823"/>
              <a:gd name="connsiteY8" fmla="*/ 245786 h 540522"/>
              <a:gd name="connsiteX0" fmla="*/ 1172 w 12202618"/>
              <a:gd name="connsiteY0" fmla="*/ 245786 h 540522"/>
              <a:gd name="connsiteX1" fmla="*/ 246958 w 12202618"/>
              <a:gd name="connsiteY1" fmla="*/ 0 h 540522"/>
              <a:gd name="connsiteX2" fmla="*/ 11947387 w 12202618"/>
              <a:gd name="connsiteY2" fmla="*/ 0 h 540522"/>
              <a:gd name="connsiteX3" fmla="*/ 12193173 w 12202618"/>
              <a:gd name="connsiteY3" fmla="*/ 245786 h 540522"/>
              <a:gd name="connsiteX4" fmla="*/ 12193172 w 12202618"/>
              <a:gd name="connsiteY4" fmla="*/ 245786 h 540522"/>
              <a:gd name="connsiteX5" fmla="*/ 12185511 w 12202618"/>
              <a:gd name="connsiteY5" fmla="*/ 491571 h 540522"/>
              <a:gd name="connsiteX6" fmla="*/ 4223 w 12202618"/>
              <a:gd name="connsiteY6" fmla="*/ 539413 h 540522"/>
              <a:gd name="connsiteX7" fmla="*/ 1172 w 12202618"/>
              <a:gd name="connsiteY7" fmla="*/ 245785 h 540522"/>
              <a:gd name="connsiteX8" fmla="*/ 1172 w 12202618"/>
              <a:gd name="connsiteY8" fmla="*/ 245786 h 540522"/>
              <a:gd name="connsiteX0" fmla="*/ 1172 w 12213078"/>
              <a:gd name="connsiteY0" fmla="*/ 245786 h 540522"/>
              <a:gd name="connsiteX1" fmla="*/ 246958 w 12213078"/>
              <a:gd name="connsiteY1" fmla="*/ 0 h 540522"/>
              <a:gd name="connsiteX2" fmla="*/ 11947387 w 12213078"/>
              <a:gd name="connsiteY2" fmla="*/ 0 h 540522"/>
              <a:gd name="connsiteX3" fmla="*/ 12193173 w 12213078"/>
              <a:gd name="connsiteY3" fmla="*/ 245786 h 540522"/>
              <a:gd name="connsiteX4" fmla="*/ 12193172 w 12213078"/>
              <a:gd name="connsiteY4" fmla="*/ 245786 h 540522"/>
              <a:gd name="connsiteX5" fmla="*/ 12199798 w 12213078"/>
              <a:gd name="connsiteY5" fmla="*/ 491571 h 540522"/>
              <a:gd name="connsiteX6" fmla="*/ 4223 w 12213078"/>
              <a:gd name="connsiteY6" fmla="*/ 539413 h 540522"/>
              <a:gd name="connsiteX7" fmla="*/ 1172 w 12213078"/>
              <a:gd name="connsiteY7" fmla="*/ 245785 h 540522"/>
              <a:gd name="connsiteX8" fmla="*/ 1172 w 12213078"/>
              <a:gd name="connsiteY8" fmla="*/ 245786 h 540522"/>
              <a:gd name="connsiteX0" fmla="*/ 1172 w 12198313"/>
              <a:gd name="connsiteY0" fmla="*/ 245786 h 540522"/>
              <a:gd name="connsiteX1" fmla="*/ 246958 w 12198313"/>
              <a:gd name="connsiteY1" fmla="*/ 0 h 540522"/>
              <a:gd name="connsiteX2" fmla="*/ 11947387 w 12198313"/>
              <a:gd name="connsiteY2" fmla="*/ 0 h 540522"/>
              <a:gd name="connsiteX3" fmla="*/ 12193173 w 12198313"/>
              <a:gd name="connsiteY3" fmla="*/ 245786 h 540522"/>
              <a:gd name="connsiteX4" fmla="*/ 12193172 w 12198313"/>
              <a:gd name="connsiteY4" fmla="*/ 245786 h 540522"/>
              <a:gd name="connsiteX5" fmla="*/ 12178366 w 12198313"/>
              <a:gd name="connsiteY5" fmla="*/ 526990 h 540522"/>
              <a:gd name="connsiteX6" fmla="*/ 4223 w 12198313"/>
              <a:gd name="connsiteY6" fmla="*/ 539413 h 540522"/>
              <a:gd name="connsiteX7" fmla="*/ 1172 w 12198313"/>
              <a:gd name="connsiteY7" fmla="*/ 245785 h 540522"/>
              <a:gd name="connsiteX8" fmla="*/ 1172 w 12198313"/>
              <a:gd name="connsiteY8" fmla="*/ 245786 h 540522"/>
              <a:gd name="connsiteX0" fmla="*/ 1172 w 12233684"/>
              <a:gd name="connsiteY0" fmla="*/ 245786 h 551725"/>
              <a:gd name="connsiteX1" fmla="*/ 246958 w 12233684"/>
              <a:gd name="connsiteY1" fmla="*/ 0 h 551725"/>
              <a:gd name="connsiteX2" fmla="*/ 11947387 w 12233684"/>
              <a:gd name="connsiteY2" fmla="*/ 0 h 551725"/>
              <a:gd name="connsiteX3" fmla="*/ 12193173 w 12233684"/>
              <a:gd name="connsiteY3" fmla="*/ 245786 h 551725"/>
              <a:gd name="connsiteX4" fmla="*/ 12193172 w 12233684"/>
              <a:gd name="connsiteY4" fmla="*/ 245786 h 551725"/>
              <a:gd name="connsiteX5" fmla="*/ 12224086 w 12233684"/>
              <a:gd name="connsiteY5" fmla="*/ 551630 h 551725"/>
              <a:gd name="connsiteX6" fmla="*/ 4223 w 12233684"/>
              <a:gd name="connsiteY6" fmla="*/ 539413 h 551725"/>
              <a:gd name="connsiteX7" fmla="*/ 1172 w 12233684"/>
              <a:gd name="connsiteY7" fmla="*/ 245785 h 551725"/>
              <a:gd name="connsiteX8" fmla="*/ 1172 w 12233684"/>
              <a:gd name="connsiteY8" fmla="*/ 245786 h 551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33684" h="551725">
                <a:moveTo>
                  <a:pt x="1172" y="245786"/>
                </a:moveTo>
                <a:cubicBezTo>
                  <a:pt x="1172" y="110042"/>
                  <a:pt x="111214" y="0"/>
                  <a:pt x="246958" y="0"/>
                </a:cubicBezTo>
                <a:lnTo>
                  <a:pt x="11947387" y="0"/>
                </a:lnTo>
                <a:cubicBezTo>
                  <a:pt x="12083131" y="0"/>
                  <a:pt x="12193173" y="110042"/>
                  <a:pt x="12193173" y="245786"/>
                </a:cubicBezTo>
                <a:lnTo>
                  <a:pt x="12193172" y="245786"/>
                </a:lnTo>
                <a:cubicBezTo>
                  <a:pt x="12193172" y="381530"/>
                  <a:pt x="12257437" y="556393"/>
                  <a:pt x="12224086" y="551630"/>
                </a:cubicBezTo>
                <a:lnTo>
                  <a:pt x="4223" y="539413"/>
                </a:lnTo>
                <a:cubicBezTo>
                  <a:pt x="-2934" y="556082"/>
                  <a:pt x="1172" y="381529"/>
                  <a:pt x="1172" y="245785"/>
                </a:cubicBezTo>
                <a:lnTo>
                  <a:pt x="1172" y="2457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C26449B-EDB2-FD78-A80D-52380FF78B60}"/>
              </a:ext>
            </a:extLst>
          </p:cNvPr>
          <p:cNvSpPr/>
          <p:nvPr/>
        </p:nvSpPr>
        <p:spPr>
          <a:xfrm>
            <a:off x="1062406" y="872533"/>
            <a:ext cx="2377469" cy="1037820"/>
          </a:xfrm>
          <a:prstGeom prst="roundRect">
            <a:avLst>
              <a:gd name="adj" fmla="val 8257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1D1ACFA-3461-5FAE-3782-4DD171E7EFDF}"/>
              </a:ext>
            </a:extLst>
          </p:cNvPr>
          <p:cNvSpPr/>
          <p:nvPr/>
        </p:nvSpPr>
        <p:spPr>
          <a:xfrm>
            <a:off x="3838574" y="878241"/>
            <a:ext cx="2377469" cy="1037820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5F19F60-83F0-EC32-4520-3604AE1ADE84}"/>
              </a:ext>
            </a:extLst>
          </p:cNvPr>
          <p:cNvSpPr/>
          <p:nvPr/>
        </p:nvSpPr>
        <p:spPr>
          <a:xfrm>
            <a:off x="6611235" y="886416"/>
            <a:ext cx="2377469" cy="1030940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6A632AA5-8ABB-DC7E-9099-17ABD1D11638}"/>
              </a:ext>
            </a:extLst>
          </p:cNvPr>
          <p:cNvSpPr/>
          <p:nvPr/>
        </p:nvSpPr>
        <p:spPr>
          <a:xfrm>
            <a:off x="9383896" y="886416"/>
            <a:ext cx="2377469" cy="1030940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50E8CFD-F5FC-3CEB-1CE3-7FEEBA137545}"/>
              </a:ext>
            </a:extLst>
          </p:cNvPr>
          <p:cNvSpPr/>
          <p:nvPr/>
        </p:nvSpPr>
        <p:spPr>
          <a:xfrm>
            <a:off x="1049149" y="2026039"/>
            <a:ext cx="10737908" cy="2575778"/>
          </a:xfrm>
          <a:prstGeom prst="roundRect">
            <a:avLst>
              <a:gd name="adj" fmla="val 5297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470750E-57B1-0CD6-6695-17F90F81A92A}"/>
              </a:ext>
            </a:extLst>
          </p:cNvPr>
          <p:cNvSpPr/>
          <p:nvPr/>
        </p:nvSpPr>
        <p:spPr>
          <a:xfrm>
            <a:off x="1049149" y="4820478"/>
            <a:ext cx="10737908" cy="1921835"/>
          </a:xfrm>
          <a:prstGeom prst="roundRect">
            <a:avLst>
              <a:gd name="adj" fmla="val 4729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C7E92271-A996-51B7-F0A8-340C6196C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40" name="Imagem 39" descr="Logotipo&#10;&#10;O conteúdo gerado por IA pode estar incorreto.">
            <a:extLst>
              <a:ext uri="{FF2B5EF4-FFF2-40B4-BE49-F238E27FC236}">
                <a16:creationId xmlns:a16="http://schemas.microsoft.com/office/drawing/2014/main" id="{3DD9B057-5B8B-AEEC-0531-DFAFCD316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1400" y="-496476"/>
            <a:ext cx="2342499" cy="1801131"/>
          </a:xfrm>
          <a:prstGeom prst="rect">
            <a:avLst/>
          </a:prstGeom>
        </p:spPr>
      </p:pic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0262A853-6CC5-638C-32C0-6E1BBA50331C}"/>
              </a:ext>
            </a:extLst>
          </p:cNvPr>
          <p:cNvSpPr/>
          <p:nvPr/>
        </p:nvSpPr>
        <p:spPr>
          <a:xfrm>
            <a:off x="1699976" y="227802"/>
            <a:ext cx="2532868" cy="309954"/>
          </a:xfrm>
          <a:prstGeom prst="roundRect">
            <a:avLst>
              <a:gd name="adj" fmla="val 26287"/>
            </a:avLst>
          </a:prstGeom>
          <a:solidFill>
            <a:srgbClr val="2F3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Operacional – Monitoramento</a:t>
            </a:r>
          </a:p>
        </p:txBody>
      </p:sp>
      <p:pic>
        <p:nvPicPr>
          <p:cNvPr id="53" name="Imagem 52" descr="Ícone&#10;&#10;O conteúdo gerado por IA pode estar incorreto.">
            <a:extLst>
              <a:ext uri="{FF2B5EF4-FFF2-40B4-BE49-F238E27FC236}">
                <a16:creationId xmlns:a16="http://schemas.microsoft.com/office/drawing/2014/main" id="{FAE8F446-4773-E231-C5A7-6C89961762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031" y="947512"/>
            <a:ext cx="309734" cy="309734"/>
          </a:xfrm>
          <a:prstGeom prst="rect">
            <a:avLst/>
          </a:prstGeom>
        </p:spPr>
      </p:pic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D4F2FB47-E006-A114-B89C-26A04457A230}"/>
              </a:ext>
            </a:extLst>
          </p:cNvPr>
          <p:cNvSpPr/>
          <p:nvPr/>
        </p:nvSpPr>
        <p:spPr>
          <a:xfrm>
            <a:off x="3025008" y="897622"/>
            <a:ext cx="383779" cy="406040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D9909437-8353-1D03-C311-8E09F289071E}"/>
              </a:ext>
            </a:extLst>
          </p:cNvPr>
          <p:cNvSpPr/>
          <p:nvPr/>
        </p:nvSpPr>
        <p:spPr>
          <a:xfrm>
            <a:off x="5769033" y="909113"/>
            <a:ext cx="418317" cy="402043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849E17AF-F204-D19B-83B7-493ED982D77C}"/>
              </a:ext>
            </a:extLst>
          </p:cNvPr>
          <p:cNvSpPr/>
          <p:nvPr/>
        </p:nvSpPr>
        <p:spPr>
          <a:xfrm>
            <a:off x="8615655" y="917288"/>
            <a:ext cx="337606" cy="393868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52FF75AF-44A2-0E85-0E41-7AB475B2B28B}"/>
              </a:ext>
            </a:extLst>
          </p:cNvPr>
          <p:cNvSpPr/>
          <p:nvPr/>
        </p:nvSpPr>
        <p:spPr>
          <a:xfrm>
            <a:off x="11375942" y="917289"/>
            <a:ext cx="351700" cy="393867"/>
          </a:xfrm>
          <a:prstGeom prst="roundRect">
            <a:avLst>
              <a:gd name="adj" fmla="val 35127"/>
            </a:avLst>
          </a:prstGeom>
          <a:solidFill>
            <a:srgbClr val="2F3A5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7" name="Imagem 66" descr="Ícone&#10;&#10;O conteúdo gerado por IA pode estar incorreto.">
            <a:extLst>
              <a:ext uri="{FF2B5EF4-FFF2-40B4-BE49-F238E27FC236}">
                <a16:creationId xmlns:a16="http://schemas.microsoft.com/office/drawing/2014/main" id="{5386033A-5D2B-BB81-DB17-FE4AF621B2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479" y="947711"/>
            <a:ext cx="309535" cy="309535"/>
          </a:xfrm>
          <a:prstGeom prst="rect">
            <a:avLst/>
          </a:prstGeom>
        </p:spPr>
      </p:pic>
      <p:pic>
        <p:nvPicPr>
          <p:cNvPr id="71" name="Imagem 70" descr="Ícone&#10;&#10;O conteúdo gerado por IA pode estar incorreto.">
            <a:extLst>
              <a:ext uri="{FF2B5EF4-FFF2-40B4-BE49-F238E27FC236}">
                <a16:creationId xmlns:a16="http://schemas.microsoft.com/office/drawing/2014/main" id="{E0B9E829-DC81-1BF0-7000-2ACC9FCACE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4435" y="975405"/>
            <a:ext cx="280046" cy="280046"/>
          </a:xfrm>
          <a:prstGeom prst="rect">
            <a:avLst/>
          </a:prstGeom>
        </p:spPr>
      </p:pic>
      <p:pic>
        <p:nvPicPr>
          <p:cNvPr id="13" name="Imagem 12" descr="Ícone&#10;&#10;O conteúdo gerado por IA pode estar incorreto.">
            <a:extLst>
              <a:ext uri="{FF2B5EF4-FFF2-40B4-BE49-F238E27FC236}">
                <a16:creationId xmlns:a16="http://schemas.microsoft.com/office/drawing/2014/main" id="{A1ACA8E9-C0F4-E4F7-6378-47AAA5A764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0" y="2818496"/>
            <a:ext cx="351582" cy="351582"/>
          </a:xfrm>
          <a:prstGeom prst="rect">
            <a:avLst/>
          </a:prstGeom>
        </p:spPr>
      </p:pic>
      <p:pic>
        <p:nvPicPr>
          <p:cNvPr id="16" name="Imagem 15" descr="Logotipo, Ícone&#10;&#10;O conteúdo gerado por IA pode estar incorreto.">
            <a:extLst>
              <a:ext uri="{FF2B5EF4-FFF2-40B4-BE49-F238E27FC236}">
                <a16:creationId xmlns:a16="http://schemas.microsoft.com/office/drawing/2014/main" id="{72750EFD-5EB9-84F7-327A-F804A22CDF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0" y="3647572"/>
            <a:ext cx="351582" cy="351582"/>
          </a:xfrm>
          <a:prstGeom prst="rect">
            <a:avLst/>
          </a:prstGeom>
        </p:spPr>
      </p:pic>
      <p:pic>
        <p:nvPicPr>
          <p:cNvPr id="20" name="Imagem 19" descr="Ícone&#10;&#10;O conteúdo gerado por IA pode estar incorreto.">
            <a:extLst>
              <a:ext uri="{FF2B5EF4-FFF2-40B4-BE49-F238E27FC236}">
                <a16:creationId xmlns:a16="http://schemas.microsoft.com/office/drawing/2014/main" id="{95F4F035-D941-A804-F42E-3472DA42A5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8" y="2135685"/>
            <a:ext cx="296136" cy="296136"/>
          </a:xfrm>
          <a:prstGeom prst="rect">
            <a:avLst/>
          </a:prstGeom>
        </p:spPr>
      </p:pic>
      <p:pic>
        <p:nvPicPr>
          <p:cNvPr id="22" name="Imagem 21" descr="Ícone&#10;&#10;O conteúdo gerado por IA pode estar incorreto.">
            <a:extLst>
              <a:ext uri="{FF2B5EF4-FFF2-40B4-BE49-F238E27FC236}">
                <a16:creationId xmlns:a16="http://schemas.microsoft.com/office/drawing/2014/main" id="{80050991-3381-8A02-8110-9D095FC4F3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0" y="4303881"/>
            <a:ext cx="351582" cy="351582"/>
          </a:xfrm>
          <a:prstGeom prst="rect">
            <a:avLst/>
          </a:prstGeom>
        </p:spPr>
      </p:pic>
      <p:pic>
        <p:nvPicPr>
          <p:cNvPr id="25" name="Imagem 24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09D0A347-19B1-96AE-D96A-6F3E5EBE93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392" y="1383777"/>
            <a:ext cx="316754" cy="316754"/>
          </a:xfrm>
          <a:prstGeom prst="rect">
            <a:avLst/>
          </a:prstGeom>
        </p:spPr>
      </p:pic>
      <p:pic>
        <p:nvPicPr>
          <p:cNvPr id="3" name="Imagem 2" descr="Ícone&#10;&#10;O conteúdo gerado por IA pode estar incorreto.">
            <a:extLst>
              <a:ext uri="{FF2B5EF4-FFF2-40B4-BE49-F238E27FC236}">
                <a16:creationId xmlns:a16="http://schemas.microsoft.com/office/drawing/2014/main" id="{60520814-EC16-C5F5-700B-70441E084DD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986" y="965077"/>
            <a:ext cx="273612" cy="30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63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EFED8F11-7150-C394-9384-7FB50B3742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4058"/>
            </a:avLst>
          </a:prstGeom>
          <a:solidFill>
            <a:srgbClr val="F3F4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25E4AD4-D58D-2167-8E04-797229EAFB6D}"/>
              </a:ext>
            </a:extLst>
          </p:cNvPr>
          <p:cNvSpPr/>
          <p:nvPr/>
        </p:nvSpPr>
        <p:spPr>
          <a:xfrm>
            <a:off x="-177079" y="897622"/>
            <a:ext cx="702349" cy="4337108"/>
          </a:xfrm>
          <a:prstGeom prst="roundRect">
            <a:avLst/>
          </a:prstGeom>
          <a:solidFill>
            <a:srgbClr val="2F3A5F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EA3A9F8A-FCE2-E86D-AFA2-D068A07E5900}"/>
              </a:ext>
            </a:extLst>
          </p:cNvPr>
          <p:cNvSpPr/>
          <p:nvPr/>
        </p:nvSpPr>
        <p:spPr>
          <a:xfrm>
            <a:off x="84996" y="2759869"/>
            <a:ext cx="376967" cy="406843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C26449B-EDB2-FD78-A80D-52380FF78B60}"/>
              </a:ext>
            </a:extLst>
          </p:cNvPr>
          <p:cNvSpPr/>
          <p:nvPr/>
        </p:nvSpPr>
        <p:spPr>
          <a:xfrm>
            <a:off x="1023457" y="898501"/>
            <a:ext cx="2377469" cy="1078503"/>
          </a:xfrm>
          <a:prstGeom prst="roundRect">
            <a:avLst>
              <a:gd name="adj" fmla="val 8257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1D1ACFA-3461-5FAE-3782-4DD171E7EFDF}"/>
              </a:ext>
            </a:extLst>
          </p:cNvPr>
          <p:cNvSpPr/>
          <p:nvPr/>
        </p:nvSpPr>
        <p:spPr>
          <a:xfrm>
            <a:off x="3842379" y="894666"/>
            <a:ext cx="2377469" cy="1078503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5F19F60-83F0-EC32-4520-3604AE1ADE84}"/>
              </a:ext>
            </a:extLst>
          </p:cNvPr>
          <p:cNvSpPr/>
          <p:nvPr/>
        </p:nvSpPr>
        <p:spPr>
          <a:xfrm>
            <a:off x="6661301" y="894667"/>
            <a:ext cx="2377469" cy="1078502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6A632AA5-8ABB-DC7E-9099-17ABD1D11638}"/>
              </a:ext>
            </a:extLst>
          </p:cNvPr>
          <p:cNvSpPr/>
          <p:nvPr/>
        </p:nvSpPr>
        <p:spPr>
          <a:xfrm>
            <a:off x="9480223" y="894667"/>
            <a:ext cx="2377469" cy="1078502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50E8CFD-F5FC-3CEB-1CE3-7FEEBA137545}"/>
              </a:ext>
            </a:extLst>
          </p:cNvPr>
          <p:cNvSpPr/>
          <p:nvPr/>
        </p:nvSpPr>
        <p:spPr>
          <a:xfrm>
            <a:off x="811793" y="2166731"/>
            <a:ext cx="8421442" cy="4501542"/>
          </a:xfrm>
          <a:prstGeom prst="roundRect">
            <a:avLst>
              <a:gd name="adj" fmla="val 5297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C7E92271-A996-51B7-F0A8-340C6196C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3" name="Imagem 2" descr="Ícone&#10;&#10;O conteúdo gerado por IA pode estar incorreto.">
            <a:extLst>
              <a:ext uri="{FF2B5EF4-FFF2-40B4-BE49-F238E27FC236}">
                <a16:creationId xmlns:a16="http://schemas.microsoft.com/office/drawing/2014/main" id="{5DDFF6DC-D44A-A46D-56F0-9D3568F86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1" y="2011480"/>
            <a:ext cx="349882" cy="349882"/>
          </a:xfrm>
          <a:prstGeom prst="rect">
            <a:avLst/>
          </a:prstGeom>
        </p:spPr>
      </p:pic>
      <p:pic>
        <p:nvPicPr>
          <p:cNvPr id="15" name="Imagem 14" descr="Ícone&#10;&#10;O conteúdo gerado por IA pode estar incorreto.">
            <a:extLst>
              <a:ext uri="{FF2B5EF4-FFF2-40B4-BE49-F238E27FC236}">
                <a16:creationId xmlns:a16="http://schemas.microsoft.com/office/drawing/2014/main" id="{6DD0D9C7-92A9-3243-FC0E-365F9ACCC7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28" y="2819806"/>
            <a:ext cx="278993" cy="278993"/>
          </a:xfrm>
          <a:prstGeom prst="rect">
            <a:avLst/>
          </a:prstGeom>
        </p:spPr>
      </p:pic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7B48C9E3-6494-5DBF-B726-271748E11AEE}"/>
              </a:ext>
            </a:extLst>
          </p:cNvPr>
          <p:cNvSpPr/>
          <p:nvPr/>
        </p:nvSpPr>
        <p:spPr>
          <a:xfrm>
            <a:off x="9480224" y="2174508"/>
            <a:ext cx="2577674" cy="2129373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320CE6E-A79C-944E-0F18-343E50B290DF}"/>
              </a:ext>
            </a:extLst>
          </p:cNvPr>
          <p:cNvSpPr/>
          <p:nvPr/>
        </p:nvSpPr>
        <p:spPr>
          <a:xfrm>
            <a:off x="9480224" y="4538900"/>
            <a:ext cx="2567624" cy="2129373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EC12CAE6-C32E-A834-C9AC-32A219FA52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508" y="996463"/>
            <a:ext cx="255261" cy="255261"/>
          </a:xfrm>
          <a:prstGeom prst="rect">
            <a:avLst/>
          </a:prstGeom>
        </p:spPr>
      </p:pic>
      <p:pic>
        <p:nvPicPr>
          <p:cNvPr id="31" name="Imagem 30" descr="Ícone&#10;&#10;O conteúdo gerado por IA pode estar incorreto.">
            <a:extLst>
              <a:ext uri="{FF2B5EF4-FFF2-40B4-BE49-F238E27FC236}">
                <a16:creationId xmlns:a16="http://schemas.microsoft.com/office/drawing/2014/main" id="{D8DFE3BC-925E-2547-8113-3CEB442440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3643" y="989268"/>
            <a:ext cx="269652" cy="269652"/>
          </a:xfrm>
          <a:prstGeom prst="rect">
            <a:avLst/>
          </a:prstGeom>
        </p:spPr>
      </p:pic>
      <p:sp>
        <p:nvSpPr>
          <p:cNvPr id="2" name="Retângulo: Cantos Arredondados 42">
            <a:extLst>
              <a:ext uri="{FF2B5EF4-FFF2-40B4-BE49-F238E27FC236}">
                <a16:creationId xmlns:a16="http://schemas.microsoft.com/office/drawing/2014/main" id="{63991A6C-31A1-40A6-38E0-38B21DBA2385}"/>
              </a:ext>
            </a:extLst>
          </p:cNvPr>
          <p:cNvSpPr/>
          <p:nvPr/>
        </p:nvSpPr>
        <p:spPr>
          <a:xfrm>
            <a:off x="-1170" y="-45343"/>
            <a:ext cx="12233684" cy="853130"/>
          </a:xfrm>
          <a:custGeom>
            <a:avLst/>
            <a:gdLst>
              <a:gd name="connsiteX0" fmla="*/ 0 w 12192000"/>
              <a:gd name="connsiteY0" fmla="*/ 245786 h 491571"/>
              <a:gd name="connsiteX1" fmla="*/ 245786 w 12192000"/>
              <a:gd name="connsiteY1" fmla="*/ 0 h 491571"/>
              <a:gd name="connsiteX2" fmla="*/ 11946215 w 12192000"/>
              <a:gd name="connsiteY2" fmla="*/ 0 h 491571"/>
              <a:gd name="connsiteX3" fmla="*/ 12192001 w 12192000"/>
              <a:gd name="connsiteY3" fmla="*/ 245786 h 491571"/>
              <a:gd name="connsiteX4" fmla="*/ 12192000 w 12192000"/>
              <a:gd name="connsiteY4" fmla="*/ 245786 h 491571"/>
              <a:gd name="connsiteX5" fmla="*/ 11946214 w 12192000"/>
              <a:gd name="connsiteY5" fmla="*/ 491572 h 491571"/>
              <a:gd name="connsiteX6" fmla="*/ 245786 w 12192000"/>
              <a:gd name="connsiteY6" fmla="*/ 491571 h 491571"/>
              <a:gd name="connsiteX7" fmla="*/ 0 w 12192000"/>
              <a:gd name="connsiteY7" fmla="*/ 245785 h 491571"/>
              <a:gd name="connsiteX8" fmla="*/ 0 w 12192000"/>
              <a:gd name="connsiteY8" fmla="*/ 245786 h 491571"/>
              <a:gd name="connsiteX0" fmla="*/ 8746 w 12200747"/>
              <a:gd name="connsiteY0" fmla="*/ 245786 h 525126"/>
              <a:gd name="connsiteX1" fmla="*/ 254532 w 12200747"/>
              <a:gd name="connsiteY1" fmla="*/ 0 h 525126"/>
              <a:gd name="connsiteX2" fmla="*/ 11954961 w 12200747"/>
              <a:gd name="connsiteY2" fmla="*/ 0 h 525126"/>
              <a:gd name="connsiteX3" fmla="*/ 12200747 w 12200747"/>
              <a:gd name="connsiteY3" fmla="*/ 245786 h 525126"/>
              <a:gd name="connsiteX4" fmla="*/ 12200746 w 12200747"/>
              <a:gd name="connsiteY4" fmla="*/ 245786 h 525126"/>
              <a:gd name="connsiteX5" fmla="*/ 11954960 w 12200747"/>
              <a:gd name="connsiteY5" fmla="*/ 491572 h 525126"/>
              <a:gd name="connsiteX6" fmla="*/ 95141 w 12200747"/>
              <a:gd name="connsiteY6" fmla="*/ 525126 h 525126"/>
              <a:gd name="connsiteX7" fmla="*/ 8746 w 12200747"/>
              <a:gd name="connsiteY7" fmla="*/ 245785 h 525126"/>
              <a:gd name="connsiteX8" fmla="*/ 8746 w 12200747"/>
              <a:gd name="connsiteY8" fmla="*/ 245786 h 525126"/>
              <a:gd name="connsiteX0" fmla="*/ 7009 w 12199010"/>
              <a:gd name="connsiteY0" fmla="*/ 245786 h 539413"/>
              <a:gd name="connsiteX1" fmla="*/ 252795 w 12199010"/>
              <a:gd name="connsiteY1" fmla="*/ 0 h 539413"/>
              <a:gd name="connsiteX2" fmla="*/ 11953224 w 12199010"/>
              <a:gd name="connsiteY2" fmla="*/ 0 h 539413"/>
              <a:gd name="connsiteX3" fmla="*/ 12199010 w 12199010"/>
              <a:gd name="connsiteY3" fmla="*/ 245786 h 539413"/>
              <a:gd name="connsiteX4" fmla="*/ 12199009 w 12199010"/>
              <a:gd name="connsiteY4" fmla="*/ 245786 h 539413"/>
              <a:gd name="connsiteX5" fmla="*/ 11953223 w 12199010"/>
              <a:gd name="connsiteY5" fmla="*/ 491572 h 539413"/>
              <a:gd name="connsiteX6" fmla="*/ 98167 w 12199010"/>
              <a:gd name="connsiteY6" fmla="*/ 539413 h 539413"/>
              <a:gd name="connsiteX7" fmla="*/ 7009 w 12199010"/>
              <a:gd name="connsiteY7" fmla="*/ 245785 h 539413"/>
              <a:gd name="connsiteX8" fmla="*/ 7009 w 12199010"/>
              <a:gd name="connsiteY8" fmla="*/ 245786 h 539413"/>
              <a:gd name="connsiteX0" fmla="*/ 4473 w 12196474"/>
              <a:gd name="connsiteY0" fmla="*/ 245786 h 539439"/>
              <a:gd name="connsiteX1" fmla="*/ 250259 w 12196474"/>
              <a:gd name="connsiteY1" fmla="*/ 0 h 539439"/>
              <a:gd name="connsiteX2" fmla="*/ 11950688 w 12196474"/>
              <a:gd name="connsiteY2" fmla="*/ 0 h 539439"/>
              <a:gd name="connsiteX3" fmla="*/ 12196474 w 12196474"/>
              <a:gd name="connsiteY3" fmla="*/ 245786 h 539439"/>
              <a:gd name="connsiteX4" fmla="*/ 12196473 w 12196474"/>
              <a:gd name="connsiteY4" fmla="*/ 245786 h 539439"/>
              <a:gd name="connsiteX5" fmla="*/ 11950687 w 12196474"/>
              <a:gd name="connsiteY5" fmla="*/ 491572 h 539439"/>
              <a:gd name="connsiteX6" fmla="*/ 95631 w 12196474"/>
              <a:gd name="connsiteY6" fmla="*/ 539413 h 539439"/>
              <a:gd name="connsiteX7" fmla="*/ 4473 w 12196474"/>
              <a:gd name="connsiteY7" fmla="*/ 245785 h 539439"/>
              <a:gd name="connsiteX8" fmla="*/ 4473 w 12196474"/>
              <a:gd name="connsiteY8" fmla="*/ 245786 h 539439"/>
              <a:gd name="connsiteX0" fmla="*/ 48673 w 12240674"/>
              <a:gd name="connsiteY0" fmla="*/ 245786 h 539439"/>
              <a:gd name="connsiteX1" fmla="*/ 294459 w 12240674"/>
              <a:gd name="connsiteY1" fmla="*/ 0 h 539439"/>
              <a:gd name="connsiteX2" fmla="*/ 11994888 w 12240674"/>
              <a:gd name="connsiteY2" fmla="*/ 0 h 539439"/>
              <a:gd name="connsiteX3" fmla="*/ 12240674 w 12240674"/>
              <a:gd name="connsiteY3" fmla="*/ 245786 h 539439"/>
              <a:gd name="connsiteX4" fmla="*/ 12240673 w 12240674"/>
              <a:gd name="connsiteY4" fmla="*/ 245786 h 539439"/>
              <a:gd name="connsiteX5" fmla="*/ 11994887 w 12240674"/>
              <a:gd name="connsiteY5" fmla="*/ 491572 h 539439"/>
              <a:gd name="connsiteX6" fmla="*/ 58868 w 12240674"/>
              <a:gd name="connsiteY6" fmla="*/ 539413 h 539439"/>
              <a:gd name="connsiteX7" fmla="*/ 48673 w 12240674"/>
              <a:gd name="connsiteY7" fmla="*/ 245785 h 539439"/>
              <a:gd name="connsiteX8" fmla="*/ 48673 w 12240674"/>
              <a:gd name="connsiteY8" fmla="*/ 245786 h 539439"/>
              <a:gd name="connsiteX0" fmla="*/ 0 w 12192001"/>
              <a:gd name="connsiteY0" fmla="*/ 245786 h 540522"/>
              <a:gd name="connsiteX1" fmla="*/ 245786 w 12192001"/>
              <a:gd name="connsiteY1" fmla="*/ 0 h 540522"/>
              <a:gd name="connsiteX2" fmla="*/ 11946215 w 12192001"/>
              <a:gd name="connsiteY2" fmla="*/ 0 h 540522"/>
              <a:gd name="connsiteX3" fmla="*/ 12192001 w 12192001"/>
              <a:gd name="connsiteY3" fmla="*/ 245786 h 540522"/>
              <a:gd name="connsiteX4" fmla="*/ 12192000 w 12192001"/>
              <a:gd name="connsiteY4" fmla="*/ 245786 h 540522"/>
              <a:gd name="connsiteX5" fmla="*/ 11946214 w 12192001"/>
              <a:gd name="connsiteY5" fmla="*/ 491572 h 540522"/>
              <a:gd name="connsiteX6" fmla="*/ 10195 w 12192001"/>
              <a:gd name="connsiteY6" fmla="*/ 539413 h 540522"/>
              <a:gd name="connsiteX7" fmla="*/ 0 w 12192001"/>
              <a:gd name="connsiteY7" fmla="*/ 245785 h 540522"/>
              <a:gd name="connsiteX8" fmla="*/ 0 w 12192001"/>
              <a:gd name="connsiteY8" fmla="*/ 245786 h 540522"/>
              <a:gd name="connsiteX0" fmla="*/ 1172 w 12193173"/>
              <a:gd name="connsiteY0" fmla="*/ 245786 h 540522"/>
              <a:gd name="connsiteX1" fmla="*/ 246958 w 12193173"/>
              <a:gd name="connsiteY1" fmla="*/ 0 h 540522"/>
              <a:gd name="connsiteX2" fmla="*/ 11947387 w 12193173"/>
              <a:gd name="connsiteY2" fmla="*/ 0 h 540522"/>
              <a:gd name="connsiteX3" fmla="*/ 12193173 w 12193173"/>
              <a:gd name="connsiteY3" fmla="*/ 245786 h 540522"/>
              <a:gd name="connsiteX4" fmla="*/ 12193172 w 12193173"/>
              <a:gd name="connsiteY4" fmla="*/ 245786 h 540522"/>
              <a:gd name="connsiteX5" fmla="*/ 11947386 w 12193173"/>
              <a:gd name="connsiteY5" fmla="*/ 491572 h 540522"/>
              <a:gd name="connsiteX6" fmla="*/ 4223 w 12193173"/>
              <a:gd name="connsiteY6" fmla="*/ 539413 h 540522"/>
              <a:gd name="connsiteX7" fmla="*/ 1172 w 12193173"/>
              <a:gd name="connsiteY7" fmla="*/ 245785 h 540522"/>
              <a:gd name="connsiteX8" fmla="*/ 1172 w 12193173"/>
              <a:gd name="connsiteY8" fmla="*/ 245786 h 540522"/>
              <a:gd name="connsiteX0" fmla="*/ 1172 w 12231428"/>
              <a:gd name="connsiteY0" fmla="*/ 245786 h 540522"/>
              <a:gd name="connsiteX1" fmla="*/ 246958 w 12231428"/>
              <a:gd name="connsiteY1" fmla="*/ 0 h 540522"/>
              <a:gd name="connsiteX2" fmla="*/ 11947387 w 12231428"/>
              <a:gd name="connsiteY2" fmla="*/ 0 h 540522"/>
              <a:gd name="connsiteX3" fmla="*/ 12193173 w 12231428"/>
              <a:gd name="connsiteY3" fmla="*/ 245786 h 540522"/>
              <a:gd name="connsiteX4" fmla="*/ 12193172 w 12231428"/>
              <a:gd name="connsiteY4" fmla="*/ 245786 h 540522"/>
              <a:gd name="connsiteX5" fmla="*/ 12161698 w 12231428"/>
              <a:gd name="connsiteY5" fmla="*/ 486810 h 540522"/>
              <a:gd name="connsiteX6" fmla="*/ 4223 w 12231428"/>
              <a:gd name="connsiteY6" fmla="*/ 539413 h 540522"/>
              <a:gd name="connsiteX7" fmla="*/ 1172 w 12231428"/>
              <a:gd name="connsiteY7" fmla="*/ 245785 h 540522"/>
              <a:gd name="connsiteX8" fmla="*/ 1172 w 12231428"/>
              <a:gd name="connsiteY8" fmla="*/ 245786 h 540522"/>
              <a:gd name="connsiteX0" fmla="*/ 1172 w 12195146"/>
              <a:gd name="connsiteY0" fmla="*/ 245786 h 540522"/>
              <a:gd name="connsiteX1" fmla="*/ 246958 w 12195146"/>
              <a:gd name="connsiteY1" fmla="*/ 0 h 540522"/>
              <a:gd name="connsiteX2" fmla="*/ 11947387 w 12195146"/>
              <a:gd name="connsiteY2" fmla="*/ 0 h 540522"/>
              <a:gd name="connsiteX3" fmla="*/ 12193173 w 12195146"/>
              <a:gd name="connsiteY3" fmla="*/ 245786 h 540522"/>
              <a:gd name="connsiteX4" fmla="*/ 12193172 w 12195146"/>
              <a:gd name="connsiteY4" fmla="*/ 245786 h 540522"/>
              <a:gd name="connsiteX5" fmla="*/ 12161698 w 12195146"/>
              <a:gd name="connsiteY5" fmla="*/ 486810 h 540522"/>
              <a:gd name="connsiteX6" fmla="*/ 4223 w 12195146"/>
              <a:gd name="connsiteY6" fmla="*/ 539413 h 540522"/>
              <a:gd name="connsiteX7" fmla="*/ 1172 w 12195146"/>
              <a:gd name="connsiteY7" fmla="*/ 245785 h 540522"/>
              <a:gd name="connsiteX8" fmla="*/ 1172 w 12195146"/>
              <a:gd name="connsiteY8" fmla="*/ 245786 h 540522"/>
              <a:gd name="connsiteX0" fmla="*/ 1172 w 12244277"/>
              <a:gd name="connsiteY0" fmla="*/ 245786 h 540522"/>
              <a:gd name="connsiteX1" fmla="*/ 246958 w 12244277"/>
              <a:gd name="connsiteY1" fmla="*/ 0 h 540522"/>
              <a:gd name="connsiteX2" fmla="*/ 11947387 w 12244277"/>
              <a:gd name="connsiteY2" fmla="*/ 0 h 540522"/>
              <a:gd name="connsiteX3" fmla="*/ 12193173 w 12244277"/>
              <a:gd name="connsiteY3" fmla="*/ 245786 h 540522"/>
              <a:gd name="connsiteX4" fmla="*/ 12193172 w 12244277"/>
              <a:gd name="connsiteY4" fmla="*/ 245786 h 540522"/>
              <a:gd name="connsiteX5" fmla="*/ 12230754 w 12244277"/>
              <a:gd name="connsiteY5" fmla="*/ 484428 h 540522"/>
              <a:gd name="connsiteX6" fmla="*/ 4223 w 12244277"/>
              <a:gd name="connsiteY6" fmla="*/ 539413 h 540522"/>
              <a:gd name="connsiteX7" fmla="*/ 1172 w 12244277"/>
              <a:gd name="connsiteY7" fmla="*/ 245785 h 540522"/>
              <a:gd name="connsiteX8" fmla="*/ 1172 w 12244277"/>
              <a:gd name="connsiteY8" fmla="*/ 245786 h 540522"/>
              <a:gd name="connsiteX0" fmla="*/ 1172 w 12222094"/>
              <a:gd name="connsiteY0" fmla="*/ 245786 h 540522"/>
              <a:gd name="connsiteX1" fmla="*/ 246958 w 12222094"/>
              <a:gd name="connsiteY1" fmla="*/ 0 h 540522"/>
              <a:gd name="connsiteX2" fmla="*/ 11947387 w 12222094"/>
              <a:gd name="connsiteY2" fmla="*/ 0 h 540522"/>
              <a:gd name="connsiteX3" fmla="*/ 12193173 w 12222094"/>
              <a:gd name="connsiteY3" fmla="*/ 245786 h 540522"/>
              <a:gd name="connsiteX4" fmla="*/ 12193172 w 12222094"/>
              <a:gd name="connsiteY4" fmla="*/ 245786 h 540522"/>
              <a:gd name="connsiteX5" fmla="*/ 12204561 w 12222094"/>
              <a:gd name="connsiteY5" fmla="*/ 489190 h 540522"/>
              <a:gd name="connsiteX6" fmla="*/ 4223 w 12222094"/>
              <a:gd name="connsiteY6" fmla="*/ 539413 h 540522"/>
              <a:gd name="connsiteX7" fmla="*/ 1172 w 12222094"/>
              <a:gd name="connsiteY7" fmla="*/ 245785 h 540522"/>
              <a:gd name="connsiteX8" fmla="*/ 1172 w 12222094"/>
              <a:gd name="connsiteY8" fmla="*/ 245786 h 540522"/>
              <a:gd name="connsiteX0" fmla="*/ 1172 w 12207823"/>
              <a:gd name="connsiteY0" fmla="*/ 245786 h 540522"/>
              <a:gd name="connsiteX1" fmla="*/ 246958 w 12207823"/>
              <a:gd name="connsiteY1" fmla="*/ 0 h 540522"/>
              <a:gd name="connsiteX2" fmla="*/ 11947387 w 12207823"/>
              <a:gd name="connsiteY2" fmla="*/ 0 h 540522"/>
              <a:gd name="connsiteX3" fmla="*/ 12193173 w 12207823"/>
              <a:gd name="connsiteY3" fmla="*/ 245786 h 540522"/>
              <a:gd name="connsiteX4" fmla="*/ 12193172 w 12207823"/>
              <a:gd name="connsiteY4" fmla="*/ 245786 h 540522"/>
              <a:gd name="connsiteX5" fmla="*/ 12185511 w 12207823"/>
              <a:gd name="connsiteY5" fmla="*/ 491571 h 540522"/>
              <a:gd name="connsiteX6" fmla="*/ 4223 w 12207823"/>
              <a:gd name="connsiteY6" fmla="*/ 539413 h 540522"/>
              <a:gd name="connsiteX7" fmla="*/ 1172 w 12207823"/>
              <a:gd name="connsiteY7" fmla="*/ 245785 h 540522"/>
              <a:gd name="connsiteX8" fmla="*/ 1172 w 12207823"/>
              <a:gd name="connsiteY8" fmla="*/ 245786 h 540522"/>
              <a:gd name="connsiteX0" fmla="*/ 1172 w 12202618"/>
              <a:gd name="connsiteY0" fmla="*/ 245786 h 540522"/>
              <a:gd name="connsiteX1" fmla="*/ 246958 w 12202618"/>
              <a:gd name="connsiteY1" fmla="*/ 0 h 540522"/>
              <a:gd name="connsiteX2" fmla="*/ 11947387 w 12202618"/>
              <a:gd name="connsiteY2" fmla="*/ 0 h 540522"/>
              <a:gd name="connsiteX3" fmla="*/ 12193173 w 12202618"/>
              <a:gd name="connsiteY3" fmla="*/ 245786 h 540522"/>
              <a:gd name="connsiteX4" fmla="*/ 12193172 w 12202618"/>
              <a:gd name="connsiteY4" fmla="*/ 245786 h 540522"/>
              <a:gd name="connsiteX5" fmla="*/ 12185511 w 12202618"/>
              <a:gd name="connsiteY5" fmla="*/ 491571 h 540522"/>
              <a:gd name="connsiteX6" fmla="*/ 4223 w 12202618"/>
              <a:gd name="connsiteY6" fmla="*/ 539413 h 540522"/>
              <a:gd name="connsiteX7" fmla="*/ 1172 w 12202618"/>
              <a:gd name="connsiteY7" fmla="*/ 245785 h 540522"/>
              <a:gd name="connsiteX8" fmla="*/ 1172 w 12202618"/>
              <a:gd name="connsiteY8" fmla="*/ 245786 h 540522"/>
              <a:gd name="connsiteX0" fmla="*/ 1172 w 12213078"/>
              <a:gd name="connsiteY0" fmla="*/ 245786 h 540522"/>
              <a:gd name="connsiteX1" fmla="*/ 246958 w 12213078"/>
              <a:gd name="connsiteY1" fmla="*/ 0 h 540522"/>
              <a:gd name="connsiteX2" fmla="*/ 11947387 w 12213078"/>
              <a:gd name="connsiteY2" fmla="*/ 0 h 540522"/>
              <a:gd name="connsiteX3" fmla="*/ 12193173 w 12213078"/>
              <a:gd name="connsiteY3" fmla="*/ 245786 h 540522"/>
              <a:gd name="connsiteX4" fmla="*/ 12193172 w 12213078"/>
              <a:gd name="connsiteY4" fmla="*/ 245786 h 540522"/>
              <a:gd name="connsiteX5" fmla="*/ 12199798 w 12213078"/>
              <a:gd name="connsiteY5" fmla="*/ 491571 h 540522"/>
              <a:gd name="connsiteX6" fmla="*/ 4223 w 12213078"/>
              <a:gd name="connsiteY6" fmla="*/ 539413 h 540522"/>
              <a:gd name="connsiteX7" fmla="*/ 1172 w 12213078"/>
              <a:gd name="connsiteY7" fmla="*/ 245785 h 540522"/>
              <a:gd name="connsiteX8" fmla="*/ 1172 w 12213078"/>
              <a:gd name="connsiteY8" fmla="*/ 245786 h 540522"/>
              <a:gd name="connsiteX0" fmla="*/ 1172 w 12198313"/>
              <a:gd name="connsiteY0" fmla="*/ 245786 h 540522"/>
              <a:gd name="connsiteX1" fmla="*/ 246958 w 12198313"/>
              <a:gd name="connsiteY1" fmla="*/ 0 h 540522"/>
              <a:gd name="connsiteX2" fmla="*/ 11947387 w 12198313"/>
              <a:gd name="connsiteY2" fmla="*/ 0 h 540522"/>
              <a:gd name="connsiteX3" fmla="*/ 12193173 w 12198313"/>
              <a:gd name="connsiteY3" fmla="*/ 245786 h 540522"/>
              <a:gd name="connsiteX4" fmla="*/ 12193172 w 12198313"/>
              <a:gd name="connsiteY4" fmla="*/ 245786 h 540522"/>
              <a:gd name="connsiteX5" fmla="*/ 12178366 w 12198313"/>
              <a:gd name="connsiteY5" fmla="*/ 526990 h 540522"/>
              <a:gd name="connsiteX6" fmla="*/ 4223 w 12198313"/>
              <a:gd name="connsiteY6" fmla="*/ 539413 h 540522"/>
              <a:gd name="connsiteX7" fmla="*/ 1172 w 12198313"/>
              <a:gd name="connsiteY7" fmla="*/ 245785 h 540522"/>
              <a:gd name="connsiteX8" fmla="*/ 1172 w 12198313"/>
              <a:gd name="connsiteY8" fmla="*/ 245786 h 540522"/>
              <a:gd name="connsiteX0" fmla="*/ 1172 w 12233684"/>
              <a:gd name="connsiteY0" fmla="*/ 245786 h 551725"/>
              <a:gd name="connsiteX1" fmla="*/ 246958 w 12233684"/>
              <a:gd name="connsiteY1" fmla="*/ 0 h 551725"/>
              <a:gd name="connsiteX2" fmla="*/ 11947387 w 12233684"/>
              <a:gd name="connsiteY2" fmla="*/ 0 h 551725"/>
              <a:gd name="connsiteX3" fmla="*/ 12193173 w 12233684"/>
              <a:gd name="connsiteY3" fmla="*/ 245786 h 551725"/>
              <a:gd name="connsiteX4" fmla="*/ 12193172 w 12233684"/>
              <a:gd name="connsiteY4" fmla="*/ 245786 h 551725"/>
              <a:gd name="connsiteX5" fmla="*/ 12224086 w 12233684"/>
              <a:gd name="connsiteY5" fmla="*/ 551630 h 551725"/>
              <a:gd name="connsiteX6" fmla="*/ 4223 w 12233684"/>
              <a:gd name="connsiteY6" fmla="*/ 539413 h 551725"/>
              <a:gd name="connsiteX7" fmla="*/ 1172 w 12233684"/>
              <a:gd name="connsiteY7" fmla="*/ 245785 h 551725"/>
              <a:gd name="connsiteX8" fmla="*/ 1172 w 12233684"/>
              <a:gd name="connsiteY8" fmla="*/ 245786 h 551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33684" h="551725">
                <a:moveTo>
                  <a:pt x="1172" y="245786"/>
                </a:moveTo>
                <a:cubicBezTo>
                  <a:pt x="1172" y="110042"/>
                  <a:pt x="111214" y="0"/>
                  <a:pt x="246958" y="0"/>
                </a:cubicBezTo>
                <a:lnTo>
                  <a:pt x="11947387" y="0"/>
                </a:lnTo>
                <a:cubicBezTo>
                  <a:pt x="12083131" y="0"/>
                  <a:pt x="12193173" y="110042"/>
                  <a:pt x="12193173" y="245786"/>
                </a:cubicBezTo>
                <a:lnTo>
                  <a:pt x="12193172" y="245786"/>
                </a:lnTo>
                <a:cubicBezTo>
                  <a:pt x="12193172" y="381530"/>
                  <a:pt x="12257437" y="556393"/>
                  <a:pt x="12224086" y="551630"/>
                </a:cubicBezTo>
                <a:lnTo>
                  <a:pt x="4223" y="539413"/>
                </a:lnTo>
                <a:cubicBezTo>
                  <a:pt x="-2934" y="556082"/>
                  <a:pt x="1172" y="381529"/>
                  <a:pt x="1172" y="245785"/>
                </a:cubicBezTo>
                <a:lnTo>
                  <a:pt x="1172" y="2457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F7C61615-0B47-2FC3-31FA-B5E03D16DB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1400" y="-496476"/>
            <a:ext cx="2342499" cy="1801131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288548A-4110-00B2-C001-C805A80B227E}"/>
              </a:ext>
            </a:extLst>
          </p:cNvPr>
          <p:cNvSpPr/>
          <p:nvPr/>
        </p:nvSpPr>
        <p:spPr>
          <a:xfrm>
            <a:off x="1699976" y="227802"/>
            <a:ext cx="2532868" cy="309954"/>
          </a:xfrm>
          <a:prstGeom prst="roundRect">
            <a:avLst>
              <a:gd name="adj" fmla="val 26287"/>
            </a:avLst>
          </a:prstGeom>
          <a:solidFill>
            <a:srgbClr val="2F3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Operacional – Detalhamento</a:t>
            </a:r>
          </a:p>
        </p:txBody>
      </p:sp>
      <p:pic>
        <p:nvPicPr>
          <p:cNvPr id="12" name="Imagem 11" descr="Logotipo, Ícone&#10;&#10;O conteúdo gerado por IA pode estar incorreto.">
            <a:extLst>
              <a:ext uri="{FF2B5EF4-FFF2-40B4-BE49-F238E27FC236}">
                <a16:creationId xmlns:a16="http://schemas.microsoft.com/office/drawing/2014/main" id="{BB80548D-950E-8D51-68FE-BE6B82C2B1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30" y="3639952"/>
            <a:ext cx="351582" cy="351582"/>
          </a:xfrm>
          <a:prstGeom prst="rect">
            <a:avLst/>
          </a:prstGeom>
        </p:spPr>
      </p:pic>
      <p:pic>
        <p:nvPicPr>
          <p:cNvPr id="13" name="Imagem 12" descr="Ícone&#10;&#10;O conteúdo gerado por IA pode estar incorreto.">
            <a:extLst>
              <a:ext uri="{FF2B5EF4-FFF2-40B4-BE49-F238E27FC236}">
                <a16:creationId xmlns:a16="http://schemas.microsoft.com/office/drawing/2014/main" id="{7A023A8A-AE9A-9ADB-9B3E-1DB876F587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0" y="4303881"/>
            <a:ext cx="351582" cy="351582"/>
          </a:xfrm>
          <a:prstGeom prst="rect">
            <a:avLst/>
          </a:prstGeom>
        </p:spPr>
      </p:pic>
      <p:pic>
        <p:nvPicPr>
          <p:cNvPr id="14" name="Imagem 13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40D1A4E2-482B-B875-1CD3-25239AC08C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392" y="1383777"/>
            <a:ext cx="316754" cy="316754"/>
          </a:xfrm>
          <a:prstGeom prst="rect">
            <a:avLst/>
          </a:prstGeom>
        </p:spPr>
      </p:pic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C698D58-1F9B-2973-DA50-83C730A06717}"/>
              </a:ext>
            </a:extLst>
          </p:cNvPr>
          <p:cNvSpPr/>
          <p:nvPr/>
        </p:nvSpPr>
        <p:spPr>
          <a:xfrm>
            <a:off x="2989250" y="922380"/>
            <a:ext cx="383779" cy="406040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94D199B-B254-6A6D-AFA8-4406AA7564C1}"/>
              </a:ext>
            </a:extLst>
          </p:cNvPr>
          <p:cNvSpPr/>
          <p:nvPr/>
        </p:nvSpPr>
        <p:spPr>
          <a:xfrm>
            <a:off x="5759526" y="919796"/>
            <a:ext cx="418317" cy="402043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0E19E131-03D2-D92F-69A8-033EF3C082B8}"/>
              </a:ext>
            </a:extLst>
          </p:cNvPr>
          <p:cNvSpPr/>
          <p:nvPr/>
        </p:nvSpPr>
        <p:spPr>
          <a:xfrm>
            <a:off x="8651222" y="934552"/>
            <a:ext cx="337606" cy="393868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C71CE498-97D1-4D8B-F632-AA7BBBAEC550}"/>
              </a:ext>
            </a:extLst>
          </p:cNvPr>
          <p:cNvSpPr/>
          <p:nvPr/>
        </p:nvSpPr>
        <p:spPr>
          <a:xfrm>
            <a:off x="11478246" y="910788"/>
            <a:ext cx="351700" cy="393867"/>
          </a:xfrm>
          <a:prstGeom prst="roundRect">
            <a:avLst>
              <a:gd name="adj" fmla="val 35127"/>
            </a:avLst>
          </a:prstGeom>
          <a:solidFill>
            <a:srgbClr val="2F3A5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7D29B853-6F2E-F696-251D-5D6F4336C5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1222" y="953913"/>
            <a:ext cx="337605" cy="337605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F7D75856-54AC-12C7-D9BF-F9D2F980342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0697" y="977017"/>
            <a:ext cx="274707" cy="27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37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A059C2-C4A4-B63E-F1E1-85D995A85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45E11D63-BBE6-BDCF-114B-A605ABA514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4058"/>
            </a:avLst>
          </a:prstGeom>
          <a:solidFill>
            <a:srgbClr val="F3F4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DA83FE9-4556-0BC2-4684-C023939A94F6}"/>
              </a:ext>
            </a:extLst>
          </p:cNvPr>
          <p:cNvSpPr/>
          <p:nvPr/>
        </p:nvSpPr>
        <p:spPr>
          <a:xfrm>
            <a:off x="-177079" y="897622"/>
            <a:ext cx="715733" cy="4337108"/>
          </a:xfrm>
          <a:prstGeom prst="roundRect">
            <a:avLst/>
          </a:prstGeom>
          <a:solidFill>
            <a:srgbClr val="2F3A5F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34CEEA33-8D78-0A90-2C50-B77250D0C733}"/>
              </a:ext>
            </a:extLst>
          </p:cNvPr>
          <p:cNvSpPr/>
          <p:nvPr/>
        </p:nvSpPr>
        <p:spPr>
          <a:xfrm>
            <a:off x="-1170" y="-45343"/>
            <a:ext cx="12233684" cy="853130"/>
          </a:xfrm>
          <a:custGeom>
            <a:avLst/>
            <a:gdLst>
              <a:gd name="connsiteX0" fmla="*/ 0 w 12192000"/>
              <a:gd name="connsiteY0" fmla="*/ 245786 h 491571"/>
              <a:gd name="connsiteX1" fmla="*/ 245786 w 12192000"/>
              <a:gd name="connsiteY1" fmla="*/ 0 h 491571"/>
              <a:gd name="connsiteX2" fmla="*/ 11946215 w 12192000"/>
              <a:gd name="connsiteY2" fmla="*/ 0 h 491571"/>
              <a:gd name="connsiteX3" fmla="*/ 12192001 w 12192000"/>
              <a:gd name="connsiteY3" fmla="*/ 245786 h 491571"/>
              <a:gd name="connsiteX4" fmla="*/ 12192000 w 12192000"/>
              <a:gd name="connsiteY4" fmla="*/ 245786 h 491571"/>
              <a:gd name="connsiteX5" fmla="*/ 11946214 w 12192000"/>
              <a:gd name="connsiteY5" fmla="*/ 491572 h 491571"/>
              <a:gd name="connsiteX6" fmla="*/ 245786 w 12192000"/>
              <a:gd name="connsiteY6" fmla="*/ 491571 h 491571"/>
              <a:gd name="connsiteX7" fmla="*/ 0 w 12192000"/>
              <a:gd name="connsiteY7" fmla="*/ 245785 h 491571"/>
              <a:gd name="connsiteX8" fmla="*/ 0 w 12192000"/>
              <a:gd name="connsiteY8" fmla="*/ 245786 h 491571"/>
              <a:gd name="connsiteX0" fmla="*/ 8746 w 12200747"/>
              <a:gd name="connsiteY0" fmla="*/ 245786 h 525126"/>
              <a:gd name="connsiteX1" fmla="*/ 254532 w 12200747"/>
              <a:gd name="connsiteY1" fmla="*/ 0 h 525126"/>
              <a:gd name="connsiteX2" fmla="*/ 11954961 w 12200747"/>
              <a:gd name="connsiteY2" fmla="*/ 0 h 525126"/>
              <a:gd name="connsiteX3" fmla="*/ 12200747 w 12200747"/>
              <a:gd name="connsiteY3" fmla="*/ 245786 h 525126"/>
              <a:gd name="connsiteX4" fmla="*/ 12200746 w 12200747"/>
              <a:gd name="connsiteY4" fmla="*/ 245786 h 525126"/>
              <a:gd name="connsiteX5" fmla="*/ 11954960 w 12200747"/>
              <a:gd name="connsiteY5" fmla="*/ 491572 h 525126"/>
              <a:gd name="connsiteX6" fmla="*/ 95141 w 12200747"/>
              <a:gd name="connsiteY6" fmla="*/ 525126 h 525126"/>
              <a:gd name="connsiteX7" fmla="*/ 8746 w 12200747"/>
              <a:gd name="connsiteY7" fmla="*/ 245785 h 525126"/>
              <a:gd name="connsiteX8" fmla="*/ 8746 w 12200747"/>
              <a:gd name="connsiteY8" fmla="*/ 245786 h 525126"/>
              <a:gd name="connsiteX0" fmla="*/ 7009 w 12199010"/>
              <a:gd name="connsiteY0" fmla="*/ 245786 h 539413"/>
              <a:gd name="connsiteX1" fmla="*/ 252795 w 12199010"/>
              <a:gd name="connsiteY1" fmla="*/ 0 h 539413"/>
              <a:gd name="connsiteX2" fmla="*/ 11953224 w 12199010"/>
              <a:gd name="connsiteY2" fmla="*/ 0 h 539413"/>
              <a:gd name="connsiteX3" fmla="*/ 12199010 w 12199010"/>
              <a:gd name="connsiteY3" fmla="*/ 245786 h 539413"/>
              <a:gd name="connsiteX4" fmla="*/ 12199009 w 12199010"/>
              <a:gd name="connsiteY4" fmla="*/ 245786 h 539413"/>
              <a:gd name="connsiteX5" fmla="*/ 11953223 w 12199010"/>
              <a:gd name="connsiteY5" fmla="*/ 491572 h 539413"/>
              <a:gd name="connsiteX6" fmla="*/ 98167 w 12199010"/>
              <a:gd name="connsiteY6" fmla="*/ 539413 h 539413"/>
              <a:gd name="connsiteX7" fmla="*/ 7009 w 12199010"/>
              <a:gd name="connsiteY7" fmla="*/ 245785 h 539413"/>
              <a:gd name="connsiteX8" fmla="*/ 7009 w 12199010"/>
              <a:gd name="connsiteY8" fmla="*/ 245786 h 539413"/>
              <a:gd name="connsiteX0" fmla="*/ 4473 w 12196474"/>
              <a:gd name="connsiteY0" fmla="*/ 245786 h 539439"/>
              <a:gd name="connsiteX1" fmla="*/ 250259 w 12196474"/>
              <a:gd name="connsiteY1" fmla="*/ 0 h 539439"/>
              <a:gd name="connsiteX2" fmla="*/ 11950688 w 12196474"/>
              <a:gd name="connsiteY2" fmla="*/ 0 h 539439"/>
              <a:gd name="connsiteX3" fmla="*/ 12196474 w 12196474"/>
              <a:gd name="connsiteY3" fmla="*/ 245786 h 539439"/>
              <a:gd name="connsiteX4" fmla="*/ 12196473 w 12196474"/>
              <a:gd name="connsiteY4" fmla="*/ 245786 h 539439"/>
              <a:gd name="connsiteX5" fmla="*/ 11950687 w 12196474"/>
              <a:gd name="connsiteY5" fmla="*/ 491572 h 539439"/>
              <a:gd name="connsiteX6" fmla="*/ 95631 w 12196474"/>
              <a:gd name="connsiteY6" fmla="*/ 539413 h 539439"/>
              <a:gd name="connsiteX7" fmla="*/ 4473 w 12196474"/>
              <a:gd name="connsiteY7" fmla="*/ 245785 h 539439"/>
              <a:gd name="connsiteX8" fmla="*/ 4473 w 12196474"/>
              <a:gd name="connsiteY8" fmla="*/ 245786 h 539439"/>
              <a:gd name="connsiteX0" fmla="*/ 48673 w 12240674"/>
              <a:gd name="connsiteY0" fmla="*/ 245786 h 539439"/>
              <a:gd name="connsiteX1" fmla="*/ 294459 w 12240674"/>
              <a:gd name="connsiteY1" fmla="*/ 0 h 539439"/>
              <a:gd name="connsiteX2" fmla="*/ 11994888 w 12240674"/>
              <a:gd name="connsiteY2" fmla="*/ 0 h 539439"/>
              <a:gd name="connsiteX3" fmla="*/ 12240674 w 12240674"/>
              <a:gd name="connsiteY3" fmla="*/ 245786 h 539439"/>
              <a:gd name="connsiteX4" fmla="*/ 12240673 w 12240674"/>
              <a:gd name="connsiteY4" fmla="*/ 245786 h 539439"/>
              <a:gd name="connsiteX5" fmla="*/ 11994887 w 12240674"/>
              <a:gd name="connsiteY5" fmla="*/ 491572 h 539439"/>
              <a:gd name="connsiteX6" fmla="*/ 58868 w 12240674"/>
              <a:gd name="connsiteY6" fmla="*/ 539413 h 539439"/>
              <a:gd name="connsiteX7" fmla="*/ 48673 w 12240674"/>
              <a:gd name="connsiteY7" fmla="*/ 245785 h 539439"/>
              <a:gd name="connsiteX8" fmla="*/ 48673 w 12240674"/>
              <a:gd name="connsiteY8" fmla="*/ 245786 h 539439"/>
              <a:gd name="connsiteX0" fmla="*/ 0 w 12192001"/>
              <a:gd name="connsiteY0" fmla="*/ 245786 h 540522"/>
              <a:gd name="connsiteX1" fmla="*/ 245786 w 12192001"/>
              <a:gd name="connsiteY1" fmla="*/ 0 h 540522"/>
              <a:gd name="connsiteX2" fmla="*/ 11946215 w 12192001"/>
              <a:gd name="connsiteY2" fmla="*/ 0 h 540522"/>
              <a:gd name="connsiteX3" fmla="*/ 12192001 w 12192001"/>
              <a:gd name="connsiteY3" fmla="*/ 245786 h 540522"/>
              <a:gd name="connsiteX4" fmla="*/ 12192000 w 12192001"/>
              <a:gd name="connsiteY4" fmla="*/ 245786 h 540522"/>
              <a:gd name="connsiteX5" fmla="*/ 11946214 w 12192001"/>
              <a:gd name="connsiteY5" fmla="*/ 491572 h 540522"/>
              <a:gd name="connsiteX6" fmla="*/ 10195 w 12192001"/>
              <a:gd name="connsiteY6" fmla="*/ 539413 h 540522"/>
              <a:gd name="connsiteX7" fmla="*/ 0 w 12192001"/>
              <a:gd name="connsiteY7" fmla="*/ 245785 h 540522"/>
              <a:gd name="connsiteX8" fmla="*/ 0 w 12192001"/>
              <a:gd name="connsiteY8" fmla="*/ 245786 h 540522"/>
              <a:gd name="connsiteX0" fmla="*/ 1172 w 12193173"/>
              <a:gd name="connsiteY0" fmla="*/ 245786 h 540522"/>
              <a:gd name="connsiteX1" fmla="*/ 246958 w 12193173"/>
              <a:gd name="connsiteY1" fmla="*/ 0 h 540522"/>
              <a:gd name="connsiteX2" fmla="*/ 11947387 w 12193173"/>
              <a:gd name="connsiteY2" fmla="*/ 0 h 540522"/>
              <a:gd name="connsiteX3" fmla="*/ 12193173 w 12193173"/>
              <a:gd name="connsiteY3" fmla="*/ 245786 h 540522"/>
              <a:gd name="connsiteX4" fmla="*/ 12193172 w 12193173"/>
              <a:gd name="connsiteY4" fmla="*/ 245786 h 540522"/>
              <a:gd name="connsiteX5" fmla="*/ 11947386 w 12193173"/>
              <a:gd name="connsiteY5" fmla="*/ 491572 h 540522"/>
              <a:gd name="connsiteX6" fmla="*/ 4223 w 12193173"/>
              <a:gd name="connsiteY6" fmla="*/ 539413 h 540522"/>
              <a:gd name="connsiteX7" fmla="*/ 1172 w 12193173"/>
              <a:gd name="connsiteY7" fmla="*/ 245785 h 540522"/>
              <a:gd name="connsiteX8" fmla="*/ 1172 w 12193173"/>
              <a:gd name="connsiteY8" fmla="*/ 245786 h 540522"/>
              <a:gd name="connsiteX0" fmla="*/ 1172 w 12231428"/>
              <a:gd name="connsiteY0" fmla="*/ 245786 h 540522"/>
              <a:gd name="connsiteX1" fmla="*/ 246958 w 12231428"/>
              <a:gd name="connsiteY1" fmla="*/ 0 h 540522"/>
              <a:gd name="connsiteX2" fmla="*/ 11947387 w 12231428"/>
              <a:gd name="connsiteY2" fmla="*/ 0 h 540522"/>
              <a:gd name="connsiteX3" fmla="*/ 12193173 w 12231428"/>
              <a:gd name="connsiteY3" fmla="*/ 245786 h 540522"/>
              <a:gd name="connsiteX4" fmla="*/ 12193172 w 12231428"/>
              <a:gd name="connsiteY4" fmla="*/ 245786 h 540522"/>
              <a:gd name="connsiteX5" fmla="*/ 12161698 w 12231428"/>
              <a:gd name="connsiteY5" fmla="*/ 486810 h 540522"/>
              <a:gd name="connsiteX6" fmla="*/ 4223 w 12231428"/>
              <a:gd name="connsiteY6" fmla="*/ 539413 h 540522"/>
              <a:gd name="connsiteX7" fmla="*/ 1172 w 12231428"/>
              <a:gd name="connsiteY7" fmla="*/ 245785 h 540522"/>
              <a:gd name="connsiteX8" fmla="*/ 1172 w 12231428"/>
              <a:gd name="connsiteY8" fmla="*/ 245786 h 540522"/>
              <a:gd name="connsiteX0" fmla="*/ 1172 w 12195146"/>
              <a:gd name="connsiteY0" fmla="*/ 245786 h 540522"/>
              <a:gd name="connsiteX1" fmla="*/ 246958 w 12195146"/>
              <a:gd name="connsiteY1" fmla="*/ 0 h 540522"/>
              <a:gd name="connsiteX2" fmla="*/ 11947387 w 12195146"/>
              <a:gd name="connsiteY2" fmla="*/ 0 h 540522"/>
              <a:gd name="connsiteX3" fmla="*/ 12193173 w 12195146"/>
              <a:gd name="connsiteY3" fmla="*/ 245786 h 540522"/>
              <a:gd name="connsiteX4" fmla="*/ 12193172 w 12195146"/>
              <a:gd name="connsiteY4" fmla="*/ 245786 h 540522"/>
              <a:gd name="connsiteX5" fmla="*/ 12161698 w 12195146"/>
              <a:gd name="connsiteY5" fmla="*/ 486810 h 540522"/>
              <a:gd name="connsiteX6" fmla="*/ 4223 w 12195146"/>
              <a:gd name="connsiteY6" fmla="*/ 539413 h 540522"/>
              <a:gd name="connsiteX7" fmla="*/ 1172 w 12195146"/>
              <a:gd name="connsiteY7" fmla="*/ 245785 h 540522"/>
              <a:gd name="connsiteX8" fmla="*/ 1172 w 12195146"/>
              <a:gd name="connsiteY8" fmla="*/ 245786 h 540522"/>
              <a:gd name="connsiteX0" fmla="*/ 1172 w 12244277"/>
              <a:gd name="connsiteY0" fmla="*/ 245786 h 540522"/>
              <a:gd name="connsiteX1" fmla="*/ 246958 w 12244277"/>
              <a:gd name="connsiteY1" fmla="*/ 0 h 540522"/>
              <a:gd name="connsiteX2" fmla="*/ 11947387 w 12244277"/>
              <a:gd name="connsiteY2" fmla="*/ 0 h 540522"/>
              <a:gd name="connsiteX3" fmla="*/ 12193173 w 12244277"/>
              <a:gd name="connsiteY3" fmla="*/ 245786 h 540522"/>
              <a:gd name="connsiteX4" fmla="*/ 12193172 w 12244277"/>
              <a:gd name="connsiteY4" fmla="*/ 245786 h 540522"/>
              <a:gd name="connsiteX5" fmla="*/ 12230754 w 12244277"/>
              <a:gd name="connsiteY5" fmla="*/ 484428 h 540522"/>
              <a:gd name="connsiteX6" fmla="*/ 4223 w 12244277"/>
              <a:gd name="connsiteY6" fmla="*/ 539413 h 540522"/>
              <a:gd name="connsiteX7" fmla="*/ 1172 w 12244277"/>
              <a:gd name="connsiteY7" fmla="*/ 245785 h 540522"/>
              <a:gd name="connsiteX8" fmla="*/ 1172 w 12244277"/>
              <a:gd name="connsiteY8" fmla="*/ 245786 h 540522"/>
              <a:gd name="connsiteX0" fmla="*/ 1172 w 12222094"/>
              <a:gd name="connsiteY0" fmla="*/ 245786 h 540522"/>
              <a:gd name="connsiteX1" fmla="*/ 246958 w 12222094"/>
              <a:gd name="connsiteY1" fmla="*/ 0 h 540522"/>
              <a:gd name="connsiteX2" fmla="*/ 11947387 w 12222094"/>
              <a:gd name="connsiteY2" fmla="*/ 0 h 540522"/>
              <a:gd name="connsiteX3" fmla="*/ 12193173 w 12222094"/>
              <a:gd name="connsiteY3" fmla="*/ 245786 h 540522"/>
              <a:gd name="connsiteX4" fmla="*/ 12193172 w 12222094"/>
              <a:gd name="connsiteY4" fmla="*/ 245786 h 540522"/>
              <a:gd name="connsiteX5" fmla="*/ 12204561 w 12222094"/>
              <a:gd name="connsiteY5" fmla="*/ 489190 h 540522"/>
              <a:gd name="connsiteX6" fmla="*/ 4223 w 12222094"/>
              <a:gd name="connsiteY6" fmla="*/ 539413 h 540522"/>
              <a:gd name="connsiteX7" fmla="*/ 1172 w 12222094"/>
              <a:gd name="connsiteY7" fmla="*/ 245785 h 540522"/>
              <a:gd name="connsiteX8" fmla="*/ 1172 w 12222094"/>
              <a:gd name="connsiteY8" fmla="*/ 245786 h 540522"/>
              <a:gd name="connsiteX0" fmla="*/ 1172 w 12207823"/>
              <a:gd name="connsiteY0" fmla="*/ 245786 h 540522"/>
              <a:gd name="connsiteX1" fmla="*/ 246958 w 12207823"/>
              <a:gd name="connsiteY1" fmla="*/ 0 h 540522"/>
              <a:gd name="connsiteX2" fmla="*/ 11947387 w 12207823"/>
              <a:gd name="connsiteY2" fmla="*/ 0 h 540522"/>
              <a:gd name="connsiteX3" fmla="*/ 12193173 w 12207823"/>
              <a:gd name="connsiteY3" fmla="*/ 245786 h 540522"/>
              <a:gd name="connsiteX4" fmla="*/ 12193172 w 12207823"/>
              <a:gd name="connsiteY4" fmla="*/ 245786 h 540522"/>
              <a:gd name="connsiteX5" fmla="*/ 12185511 w 12207823"/>
              <a:gd name="connsiteY5" fmla="*/ 491571 h 540522"/>
              <a:gd name="connsiteX6" fmla="*/ 4223 w 12207823"/>
              <a:gd name="connsiteY6" fmla="*/ 539413 h 540522"/>
              <a:gd name="connsiteX7" fmla="*/ 1172 w 12207823"/>
              <a:gd name="connsiteY7" fmla="*/ 245785 h 540522"/>
              <a:gd name="connsiteX8" fmla="*/ 1172 w 12207823"/>
              <a:gd name="connsiteY8" fmla="*/ 245786 h 540522"/>
              <a:gd name="connsiteX0" fmla="*/ 1172 w 12202618"/>
              <a:gd name="connsiteY0" fmla="*/ 245786 h 540522"/>
              <a:gd name="connsiteX1" fmla="*/ 246958 w 12202618"/>
              <a:gd name="connsiteY1" fmla="*/ 0 h 540522"/>
              <a:gd name="connsiteX2" fmla="*/ 11947387 w 12202618"/>
              <a:gd name="connsiteY2" fmla="*/ 0 h 540522"/>
              <a:gd name="connsiteX3" fmla="*/ 12193173 w 12202618"/>
              <a:gd name="connsiteY3" fmla="*/ 245786 h 540522"/>
              <a:gd name="connsiteX4" fmla="*/ 12193172 w 12202618"/>
              <a:gd name="connsiteY4" fmla="*/ 245786 h 540522"/>
              <a:gd name="connsiteX5" fmla="*/ 12185511 w 12202618"/>
              <a:gd name="connsiteY5" fmla="*/ 491571 h 540522"/>
              <a:gd name="connsiteX6" fmla="*/ 4223 w 12202618"/>
              <a:gd name="connsiteY6" fmla="*/ 539413 h 540522"/>
              <a:gd name="connsiteX7" fmla="*/ 1172 w 12202618"/>
              <a:gd name="connsiteY7" fmla="*/ 245785 h 540522"/>
              <a:gd name="connsiteX8" fmla="*/ 1172 w 12202618"/>
              <a:gd name="connsiteY8" fmla="*/ 245786 h 540522"/>
              <a:gd name="connsiteX0" fmla="*/ 1172 w 12213078"/>
              <a:gd name="connsiteY0" fmla="*/ 245786 h 540522"/>
              <a:gd name="connsiteX1" fmla="*/ 246958 w 12213078"/>
              <a:gd name="connsiteY1" fmla="*/ 0 h 540522"/>
              <a:gd name="connsiteX2" fmla="*/ 11947387 w 12213078"/>
              <a:gd name="connsiteY2" fmla="*/ 0 h 540522"/>
              <a:gd name="connsiteX3" fmla="*/ 12193173 w 12213078"/>
              <a:gd name="connsiteY3" fmla="*/ 245786 h 540522"/>
              <a:gd name="connsiteX4" fmla="*/ 12193172 w 12213078"/>
              <a:gd name="connsiteY4" fmla="*/ 245786 h 540522"/>
              <a:gd name="connsiteX5" fmla="*/ 12199798 w 12213078"/>
              <a:gd name="connsiteY5" fmla="*/ 491571 h 540522"/>
              <a:gd name="connsiteX6" fmla="*/ 4223 w 12213078"/>
              <a:gd name="connsiteY6" fmla="*/ 539413 h 540522"/>
              <a:gd name="connsiteX7" fmla="*/ 1172 w 12213078"/>
              <a:gd name="connsiteY7" fmla="*/ 245785 h 540522"/>
              <a:gd name="connsiteX8" fmla="*/ 1172 w 12213078"/>
              <a:gd name="connsiteY8" fmla="*/ 245786 h 540522"/>
              <a:gd name="connsiteX0" fmla="*/ 1172 w 12198313"/>
              <a:gd name="connsiteY0" fmla="*/ 245786 h 540522"/>
              <a:gd name="connsiteX1" fmla="*/ 246958 w 12198313"/>
              <a:gd name="connsiteY1" fmla="*/ 0 h 540522"/>
              <a:gd name="connsiteX2" fmla="*/ 11947387 w 12198313"/>
              <a:gd name="connsiteY2" fmla="*/ 0 h 540522"/>
              <a:gd name="connsiteX3" fmla="*/ 12193173 w 12198313"/>
              <a:gd name="connsiteY3" fmla="*/ 245786 h 540522"/>
              <a:gd name="connsiteX4" fmla="*/ 12193172 w 12198313"/>
              <a:gd name="connsiteY4" fmla="*/ 245786 h 540522"/>
              <a:gd name="connsiteX5" fmla="*/ 12178366 w 12198313"/>
              <a:gd name="connsiteY5" fmla="*/ 526990 h 540522"/>
              <a:gd name="connsiteX6" fmla="*/ 4223 w 12198313"/>
              <a:gd name="connsiteY6" fmla="*/ 539413 h 540522"/>
              <a:gd name="connsiteX7" fmla="*/ 1172 w 12198313"/>
              <a:gd name="connsiteY7" fmla="*/ 245785 h 540522"/>
              <a:gd name="connsiteX8" fmla="*/ 1172 w 12198313"/>
              <a:gd name="connsiteY8" fmla="*/ 245786 h 540522"/>
              <a:gd name="connsiteX0" fmla="*/ 1172 w 12233684"/>
              <a:gd name="connsiteY0" fmla="*/ 245786 h 551725"/>
              <a:gd name="connsiteX1" fmla="*/ 246958 w 12233684"/>
              <a:gd name="connsiteY1" fmla="*/ 0 h 551725"/>
              <a:gd name="connsiteX2" fmla="*/ 11947387 w 12233684"/>
              <a:gd name="connsiteY2" fmla="*/ 0 h 551725"/>
              <a:gd name="connsiteX3" fmla="*/ 12193173 w 12233684"/>
              <a:gd name="connsiteY3" fmla="*/ 245786 h 551725"/>
              <a:gd name="connsiteX4" fmla="*/ 12193172 w 12233684"/>
              <a:gd name="connsiteY4" fmla="*/ 245786 h 551725"/>
              <a:gd name="connsiteX5" fmla="*/ 12224086 w 12233684"/>
              <a:gd name="connsiteY5" fmla="*/ 551630 h 551725"/>
              <a:gd name="connsiteX6" fmla="*/ 4223 w 12233684"/>
              <a:gd name="connsiteY6" fmla="*/ 539413 h 551725"/>
              <a:gd name="connsiteX7" fmla="*/ 1172 w 12233684"/>
              <a:gd name="connsiteY7" fmla="*/ 245785 h 551725"/>
              <a:gd name="connsiteX8" fmla="*/ 1172 w 12233684"/>
              <a:gd name="connsiteY8" fmla="*/ 245786 h 551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33684" h="551725">
                <a:moveTo>
                  <a:pt x="1172" y="245786"/>
                </a:moveTo>
                <a:cubicBezTo>
                  <a:pt x="1172" y="110042"/>
                  <a:pt x="111214" y="0"/>
                  <a:pt x="246958" y="0"/>
                </a:cubicBezTo>
                <a:lnTo>
                  <a:pt x="11947387" y="0"/>
                </a:lnTo>
                <a:cubicBezTo>
                  <a:pt x="12083131" y="0"/>
                  <a:pt x="12193173" y="110042"/>
                  <a:pt x="12193173" y="245786"/>
                </a:cubicBezTo>
                <a:lnTo>
                  <a:pt x="12193172" y="245786"/>
                </a:lnTo>
                <a:cubicBezTo>
                  <a:pt x="12193172" y="381530"/>
                  <a:pt x="12257437" y="556393"/>
                  <a:pt x="12224086" y="551630"/>
                </a:cubicBezTo>
                <a:lnTo>
                  <a:pt x="4223" y="539413"/>
                </a:lnTo>
                <a:cubicBezTo>
                  <a:pt x="-2934" y="556082"/>
                  <a:pt x="1172" y="381529"/>
                  <a:pt x="1172" y="245785"/>
                </a:cubicBezTo>
                <a:lnTo>
                  <a:pt x="1172" y="2457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B0AAC71-D4F2-B509-F02D-DA1CDC005A9C}"/>
              </a:ext>
            </a:extLst>
          </p:cNvPr>
          <p:cNvSpPr/>
          <p:nvPr/>
        </p:nvSpPr>
        <p:spPr>
          <a:xfrm>
            <a:off x="1049149" y="949534"/>
            <a:ext cx="2387600" cy="1037820"/>
          </a:xfrm>
          <a:prstGeom prst="roundRect">
            <a:avLst>
              <a:gd name="adj" fmla="val 8257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1C8273C-8026-BE1D-4E2D-EFAE5A122036}"/>
              </a:ext>
            </a:extLst>
          </p:cNvPr>
          <p:cNvSpPr/>
          <p:nvPr/>
        </p:nvSpPr>
        <p:spPr>
          <a:xfrm>
            <a:off x="3813903" y="949534"/>
            <a:ext cx="2387600" cy="1037820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B556580-20D0-5196-3206-249BDACADC40}"/>
              </a:ext>
            </a:extLst>
          </p:cNvPr>
          <p:cNvSpPr/>
          <p:nvPr/>
        </p:nvSpPr>
        <p:spPr>
          <a:xfrm>
            <a:off x="9380638" y="950110"/>
            <a:ext cx="2387600" cy="1030940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7433BFA1-C2CE-2D8D-6401-6AD7D6B8D1EA}"/>
              </a:ext>
            </a:extLst>
          </p:cNvPr>
          <p:cNvSpPr/>
          <p:nvPr/>
        </p:nvSpPr>
        <p:spPr>
          <a:xfrm>
            <a:off x="1049149" y="2144577"/>
            <a:ext cx="10737908" cy="2418961"/>
          </a:xfrm>
          <a:prstGeom prst="roundRect">
            <a:avLst>
              <a:gd name="adj" fmla="val 5297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D45ED86-85EB-46B1-CBAD-4C2114EB13BB}"/>
              </a:ext>
            </a:extLst>
          </p:cNvPr>
          <p:cNvSpPr/>
          <p:nvPr/>
        </p:nvSpPr>
        <p:spPr>
          <a:xfrm>
            <a:off x="1049149" y="4820478"/>
            <a:ext cx="10737908" cy="1921835"/>
          </a:xfrm>
          <a:prstGeom prst="roundRect">
            <a:avLst>
              <a:gd name="adj" fmla="val 4729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5CD6965F-0E66-8080-2B63-26B4C3F43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40" name="Imagem 39" descr="Logotipo&#10;&#10;O conteúdo gerado por IA pode estar incorreto.">
            <a:extLst>
              <a:ext uri="{FF2B5EF4-FFF2-40B4-BE49-F238E27FC236}">
                <a16:creationId xmlns:a16="http://schemas.microsoft.com/office/drawing/2014/main" id="{95EDC010-24E1-5CEF-002C-3286AF360F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1400" y="-496476"/>
            <a:ext cx="2342499" cy="1801131"/>
          </a:xfrm>
          <a:prstGeom prst="rect">
            <a:avLst/>
          </a:prstGeom>
        </p:spPr>
      </p:pic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412D39A9-6C07-5E90-08AF-839E1F1508C5}"/>
              </a:ext>
            </a:extLst>
          </p:cNvPr>
          <p:cNvSpPr/>
          <p:nvPr/>
        </p:nvSpPr>
        <p:spPr>
          <a:xfrm>
            <a:off x="1699975" y="227802"/>
            <a:ext cx="3205399" cy="309954"/>
          </a:xfrm>
          <a:prstGeom prst="roundRect">
            <a:avLst>
              <a:gd name="adj" fmla="val 26287"/>
            </a:avLst>
          </a:prstGeom>
          <a:solidFill>
            <a:srgbClr val="2F3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/>
              <a:t>Analytics</a:t>
            </a:r>
            <a:r>
              <a:rPr lang="pt-BR" sz="1400" dirty="0"/>
              <a:t> – Performance Orçamentária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F595D844-0F89-2048-AACE-2738058B0DE5}"/>
              </a:ext>
            </a:extLst>
          </p:cNvPr>
          <p:cNvSpPr/>
          <p:nvPr/>
        </p:nvSpPr>
        <p:spPr>
          <a:xfrm>
            <a:off x="3008184" y="970568"/>
            <a:ext cx="347291" cy="374036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96776456-D4CC-50D0-18CC-6B38E52727BB}"/>
              </a:ext>
            </a:extLst>
          </p:cNvPr>
          <p:cNvSpPr/>
          <p:nvPr/>
        </p:nvSpPr>
        <p:spPr>
          <a:xfrm>
            <a:off x="5792658" y="973108"/>
            <a:ext cx="372871" cy="362545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3" name="Imagem 52" descr="Ícone&#10;&#10;O conteúdo gerado por IA pode estar incorreto.">
            <a:extLst>
              <a:ext uri="{FF2B5EF4-FFF2-40B4-BE49-F238E27FC236}">
                <a16:creationId xmlns:a16="http://schemas.microsoft.com/office/drawing/2014/main" id="{8A118298-34FC-7DE1-8F0F-A0EC0AE956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137" y="999786"/>
            <a:ext cx="291413" cy="291413"/>
          </a:xfrm>
          <a:prstGeom prst="rect">
            <a:avLst/>
          </a:prstGeom>
        </p:spPr>
      </p:pic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2135EB59-0050-6A61-35E4-BBE49ADC4DC5}"/>
              </a:ext>
            </a:extLst>
          </p:cNvPr>
          <p:cNvSpPr/>
          <p:nvPr/>
        </p:nvSpPr>
        <p:spPr>
          <a:xfrm>
            <a:off x="11418889" y="981926"/>
            <a:ext cx="306401" cy="346436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7" name="Imagem 66" descr="Ícone&#10;&#10;O conteúdo gerado por IA pode estar incorreto.">
            <a:extLst>
              <a:ext uri="{FF2B5EF4-FFF2-40B4-BE49-F238E27FC236}">
                <a16:creationId xmlns:a16="http://schemas.microsoft.com/office/drawing/2014/main" id="{7618B013-02CB-3CE9-780E-7385F1A310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301" y="1011706"/>
            <a:ext cx="291214" cy="291214"/>
          </a:xfrm>
          <a:prstGeom prst="rect">
            <a:avLst/>
          </a:prstGeom>
        </p:spPr>
      </p:pic>
      <p:pic>
        <p:nvPicPr>
          <p:cNvPr id="71" name="Imagem 70" descr="Ícone&#10;&#10;O conteúdo gerado por IA pode estar incorreto.">
            <a:extLst>
              <a:ext uri="{FF2B5EF4-FFF2-40B4-BE49-F238E27FC236}">
                <a16:creationId xmlns:a16="http://schemas.microsoft.com/office/drawing/2014/main" id="{70216CAD-FDC2-6DF6-2224-EB73CFCF08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3662" y="1040043"/>
            <a:ext cx="242848" cy="242848"/>
          </a:xfrm>
          <a:prstGeom prst="rect">
            <a:avLst/>
          </a:prstGeom>
        </p:spPr>
      </p:pic>
      <p:pic>
        <p:nvPicPr>
          <p:cNvPr id="13" name="Imagem 12" descr="Ícone&#10;&#10;O conteúdo gerado por IA pode estar incorreto.">
            <a:extLst>
              <a:ext uri="{FF2B5EF4-FFF2-40B4-BE49-F238E27FC236}">
                <a16:creationId xmlns:a16="http://schemas.microsoft.com/office/drawing/2014/main" id="{47DD43CA-2B21-F402-1F31-3460A357D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0" y="2818496"/>
            <a:ext cx="351582" cy="351582"/>
          </a:xfrm>
          <a:prstGeom prst="rect">
            <a:avLst/>
          </a:prstGeom>
        </p:spPr>
      </p:pic>
      <p:pic>
        <p:nvPicPr>
          <p:cNvPr id="22" name="Imagem 21" descr="Ícone&#10;&#10;O conteúdo gerado por IA pode estar incorreto.">
            <a:extLst>
              <a:ext uri="{FF2B5EF4-FFF2-40B4-BE49-F238E27FC236}">
                <a16:creationId xmlns:a16="http://schemas.microsoft.com/office/drawing/2014/main" id="{DDB3037B-999A-7F96-069D-91515E17BA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0" y="4303881"/>
            <a:ext cx="351582" cy="351582"/>
          </a:xfrm>
          <a:prstGeom prst="rect">
            <a:avLst/>
          </a:prstGeom>
        </p:spPr>
      </p:pic>
      <p:pic>
        <p:nvPicPr>
          <p:cNvPr id="25" name="Imagem 24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9A1E47DD-DE7C-5DD9-E540-A5097FC1D7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392" y="1383777"/>
            <a:ext cx="316754" cy="316754"/>
          </a:xfrm>
          <a:prstGeom prst="rect">
            <a:avLst/>
          </a:prstGeom>
        </p:spPr>
      </p:pic>
      <p:pic>
        <p:nvPicPr>
          <p:cNvPr id="2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7CD71D87-893B-7AA0-516F-712AAD25060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1" y="2011480"/>
            <a:ext cx="349882" cy="349882"/>
          </a:xfrm>
          <a:prstGeom prst="rect">
            <a:avLst/>
          </a:prstGeom>
        </p:spPr>
      </p:pic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4B03BC2-6A25-2E9E-9746-FF7F301C93EE}"/>
              </a:ext>
            </a:extLst>
          </p:cNvPr>
          <p:cNvSpPr/>
          <p:nvPr/>
        </p:nvSpPr>
        <p:spPr>
          <a:xfrm>
            <a:off x="44482" y="3547272"/>
            <a:ext cx="446056" cy="453228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58F5543-2B64-AEFA-1305-E0962F0D00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6" y="3579070"/>
            <a:ext cx="381791" cy="381791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899D14D-4A07-9D45-94A5-D43BA7024CC3}"/>
              </a:ext>
            </a:extLst>
          </p:cNvPr>
          <p:cNvSpPr/>
          <p:nvPr/>
        </p:nvSpPr>
        <p:spPr>
          <a:xfrm>
            <a:off x="6569276" y="956414"/>
            <a:ext cx="2387600" cy="1030940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C17D2FD4-91EB-ED5B-58B4-E51EE5ED46B4}"/>
              </a:ext>
            </a:extLst>
          </p:cNvPr>
          <p:cNvSpPr/>
          <p:nvPr/>
        </p:nvSpPr>
        <p:spPr>
          <a:xfrm>
            <a:off x="8631065" y="980374"/>
            <a:ext cx="286414" cy="326345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6BE433D8-C892-8287-703C-B58B427EAAB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917" y="1030153"/>
            <a:ext cx="206041" cy="20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7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3C501-4A0B-34C6-AE71-E6189A84D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46ED9FE1-6C82-0C25-A797-E42DA195FD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4058"/>
            </a:avLst>
          </a:prstGeom>
          <a:solidFill>
            <a:srgbClr val="F3F4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7BB5804-DD34-9B1C-426F-6FE7A1CCCB54}"/>
              </a:ext>
            </a:extLst>
          </p:cNvPr>
          <p:cNvSpPr/>
          <p:nvPr/>
        </p:nvSpPr>
        <p:spPr>
          <a:xfrm>
            <a:off x="-177079" y="897622"/>
            <a:ext cx="715733" cy="4337108"/>
          </a:xfrm>
          <a:prstGeom prst="roundRect">
            <a:avLst/>
          </a:prstGeom>
          <a:solidFill>
            <a:srgbClr val="2F3A5F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B3E48184-A8F2-7992-8184-278B0A83C29C}"/>
              </a:ext>
            </a:extLst>
          </p:cNvPr>
          <p:cNvSpPr/>
          <p:nvPr/>
        </p:nvSpPr>
        <p:spPr>
          <a:xfrm>
            <a:off x="-1170" y="-45343"/>
            <a:ext cx="12233684" cy="853130"/>
          </a:xfrm>
          <a:custGeom>
            <a:avLst/>
            <a:gdLst>
              <a:gd name="connsiteX0" fmla="*/ 0 w 12192000"/>
              <a:gd name="connsiteY0" fmla="*/ 245786 h 491571"/>
              <a:gd name="connsiteX1" fmla="*/ 245786 w 12192000"/>
              <a:gd name="connsiteY1" fmla="*/ 0 h 491571"/>
              <a:gd name="connsiteX2" fmla="*/ 11946215 w 12192000"/>
              <a:gd name="connsiteY2" fmla="*/ 0 h 491571"/>
              <a:gd name="connsiteX3" fmla="*/ 12192001 w 12192000"/>
              <a:gd name="connsiteY3" fmla="*/ 245786 h 491571"/>
              <a:gd name="connsiteX4" fmla="*/ 12192000 w 12192000"/>
              <a:gd name="connsiteY4" fmla="*/ 245786 h 491571"/>
              <a:gd name="connsiteX5" fmla="*/ 11946214 w 12192000"/>
              <a:gd name="connsiteY5" fmla="*/ 491572 h 491571"/>
              <a:gd name="connsiteX6" fmla="*/ 245786 w 12192000"/>
              <a:gd name="connsiteY6" fmla="*/ 491571 h 491571"/>
              <a:gd name="connsiteX7" fmla="*/ 0 w 12192000"/>
              <a:gd name="connsiteY7" fmla="*/ 245785 h 491571"/>
              <a:gd name="connsiteX8" fmla="*/ 0 w 12192000"/>
              <a:gd name="connsiteY8" fmla="*/ 245786 h 491571"/>
              <a:gd name="connsiteX0" fmla="*/ 8746 w 12200747"/>
              <a:gd name="connsiteY0" fmla="*/ 245786 h 525126"/>
              <a:gd name="connsiteX1" fmla="*/ 254532 w 12200747"/>
              <a:gd name="connsiteY1" fmla="*/ 0 h 525126"/>
              <a:gd name="connsiteX2" fmla="*/ 11954961 w 12200747"/>
              <a:gd name="connsiteY2" fmla="*/ 0 h 525126"/>
              <a:gd name="connsiteX3" fmla="*/ 12200747 w 12200747"/>
              <a:gd name="connsiteY3" fmla="*/ 245786 h 525126"/>
              <a:gd name="connsiteX4" fmla="*/ 12200746 w 12200747"/>
              <a:gd name="connsiteY4" fmla="*/ 245786 h 525126"/>
              <a:gd name="connsiteX5" fmla="*/ 11954960 w 12200747"/>
              <a:gd name="connsiteY5" fmla="*/ 491572 h 525126"/>
              <a:gd name="connsiteX6" fmla="*/ 95141 w 12200747"/>
              <a:gd name="connsiteY6" fmla="*/ 525126 h 525126"/>
              <a:gd name="connsiteX7" fmla="*/ 8746 w 12200747"/>
              <a:gd name="connsiteY7" fmla="*/ 245785 h 525126"/>
              <a:gd name="connsiteX8" fmla="*/ 8746 w 12200747"/>
              <a:gd name="connsiteY8" fmla="*/ 245786 h 525126"/>
              <a:gd name="connsiteX0" fmla="*/ 7009 w 12199010"/>
              <a:gd name="connsiteY0" fmla="*/ 245786 h 539413"/>
              <a:gd name="connsiteX1" fmla="*/ 252795 w 12199010"/>
              <a:gd name="connsiteY1" fmla="*/ 0 h 539413"/>
              <a:gd name="connsiteX2" fmla="*/ 11953224 w 12199010"/>
              <a:gd name="connsiteY2" fmla="*/ 0 h 539413"/>
              <a:gd name="connsiteX3" fmla="*/ 12199010 w 12199010"/>
              <a:gd name="connsiteY3" fmla="*/ 245786 h 539413"/>
              <a:gd name="connsiteX4" fmla="*/ 12199009 w 12199010"/>
              <a:gd name="connsiteY4" fmla="*/ 245786 h 539413"/>
              <a:gd name="connsiteX5" fmla="*/ 11953223 w 12199010"/>
              <a:gd name="connsiteY5" fmla="*/ 491572 h 539413"/>
              <a:gd name="connsiteX6" fmla="*/ 98167 w 12199010"/>
              <a:gd name="connsiteY6" fmla="*/ 539413 h 539413"/>
              <a:gd name="connsiteX7" fmla="*/ 7009 w 12199010"/>
              <a:gd name="connsiteY7" fmla="*/ 245785 h 539413"/>
              <a:gd name="connsiteX8" fmla="*/ 7009 w 12199010"/>
              <a:gd name="connsiteY8" fmla="*/ 245786 h 539413"/>
              <a:gd name="connsiteX0" fmla="*/ 4473 w 12196474"/>
              <a:gd name="connsiteY0" fmla="*/ 245786 h 539439"/>
              <a:gd name="connsiteX1" fmla="*/ 250259 w 12196474"/>
              <a:gd name="connsiteY1" fmla="*/ 0 h 539439"/>
              <a:gd name="connsiteX2" fmla="*/ 11950688 w 12196474"/>
              <a:gd name="connsiteY2" fmla="*/ 0 h 539439"/>
              <a:gd name="connsiteX3" fmla="*/ 12196474 w 12196474"/>
              <a:gd name="connsiteY3" fmla="*/ 245786 h 539439"/>
              <a:gd name="connsiteX4" fmla="*/ 12196473 w 12196474"/>
              <a:gd name="connsiteY4" fmla="*/ 245786 h 539439"/>
              <a:gd name="connsiteX5" fmla="*/ 11950687 w 12196474"/>
              <a:gd name="connsiteY5" fmla="*/ 491572 h 539439"/>
              <a:gd name="connsiteX6" fmla="*/ 95631 w 12196474"/>
              <a:gd name="connsiteY6" fmla="*/ 539413 h 539439"/>
              <a:gd name="connsiteX7" fmla="*/ 4473 w 12196474"/>
              <a:gd name="connsiteY7" fmla="*/ 245785 h 539439"/>
              <a:gd name="connsiteX8" fmla="*/ 4473 w 12196474"/>
              <a:gd name="connsiteY8" fmla="*/ 245786 h 539439"/>
              <a:gd name="connsiteX0" fmla="*/ 48673 w 12240674"/>
              <a:gd name="connsiteY0" fmla="*/ 245786 h 539439"/>
              <a:gd name="connsiteX1" fmla="*/ 294459 w 12240674"/>
              <a:gd name="connsiteY1" fmla="*/ 0 h 539439"/>
              <a:gd name="connsiteX2" fmla="*/ 11994888 w 12240674"/>
              <a:gd name="connsiteY2" fmla="*/ 0 h 539439"/>
              <a:gd name="connsiteX3" fmla="*/ 12240674 w 12240674"/>
              <a:gd name="connsiteY3" fmla="*/ 245786 h 539439"/>
              <a:gd name="connsiteX4" fmla="*/ 12240673 w 12240674"/>
              <a:gd name="connsiteY4" fmla="*/ 245786 h 539439"/>
              <a:gd name="connsiteX5" fmla="*/ 11994887 w 12240674"/>
              <a:gd name="connsiteY5" fmla="*/ 491572 h 539439"/>
              <a:gd name="connsiteX6" fmla="*/ 58868 w 12240674"/>
              <a:gd name="connsiteY6" fmla="*/ 539413 h 539439"/>
              <a:gd name="connsiteX7" fmla="*/ 48673 w 12240674"/>
              <a:gd name="connsiteY7" fmla="*/ 245785 h 539439"/>
              <a:gd name="connsiteX8" fmla="*/ 48673 w 12240674"/>
              <a:gd name="connsiteY8" fmla="*/ 245786 h 539439"/>
              <a:gd name="connsiteX0" fmla="*/ 0 w 12192001"/>
              <a:gd name="connsiteY0" fmla="*/ 245786 h 540522"/>
              <a:gd name="connsiteX1" fmla="*/ 245786 w 12192001"/>
              <a:gd name="connsiteY1" fmla="*/ 0 h 540522"/>
              <a:gd name="connsiteX2" fmla="*/ 11946215 w 12192001"/>
              <a:gd name="connsiteY2" fmla="*/ 0 h 540522"/>
              <a:gd name="connsiteX3" fmla="*/ 12192001 w 12192001"/>
              <a:gd name="connsiteY3" fmla="*/ 245786 h 540522"/>
              <a:gd name="connsiteX4" fmla="*/ 12192000 w 12192001"/>
              <a:gd name="connsiteY4" fmla="*/ 245786 h 540522"/>
              <a:gd name="connsiteX5" fmla="*/ 11946214 w 12192001"/>
              <a:gd name="connsiteY5" fmla="*/ 491572 h 540522"/>
              <a:gd name="connsiteX6" fmla="*/ 10195 w 12192001"/>
              <a:gd name="connsiteY6" fmla="*/ 539413 h 540522"/>
              <a:gd name="connsiteX7" fmla="*/ 0 w 12192001"/>
              <a:gd name="connsiteY7" fmla="*/ 245785 h 540522"/>
              <a:gd name="connsiteX8" fmla="*/ 0 w 12192001"/>
              <a:gd name="connsiteY8" fmla="*/ 245786 h 540522"/>
              <a:gd name="connsiteX0" fmla="*/ 1172 w 12193173"/>
              <a:gd name="connsiteY0" fmla="*/ 245786 h 540522"/>
              <a:gd name="connsiteX1" fmla="*/ 246958 w 12193173"/>
              <a:gd name="connsiteY1" fmla="*/ 0 h 540522"/>
              <a:gd name="connsiteX2" fmla="*/ 11947387 w 12193173"/>
              <a:gd name="connsiteY2" fmla="*/ 0 h 540522"/>
              <a:gd name="connsiteX3" fmla="*/ 12193173 w 12193173"/>
              <a:gd name="connsiteY3" fmla="*/ 245786 h 540522"/>
              <a:gd name="connsiteX4" fmla="*/ 12193172 w 12193173"/>
              <a:gd name="connsiteY4" fmla="*/ 245786 h 540522"/>
              <a:gd name="connsiteX5" fmla="*/ 11947386 w 12193173"/>
              <a:gd name="connsiteY5" fmla="*/ 491572 h 540522"/>
              <a:gd name="connsiteX6" fmla="*/ 4223 w 12193173"/>
              <a:gd name="connsiteY6" fmla="*/ 539413 h 540522"/>
              <a:gd name="connsiteX7" fmla="*/ 1172 w 12193173"/>
              <a:gd name="connsiteY7" fmla="*/ 245785 h 540522"/>
              <a:gd name="connsiteX8" fmla="*/ 1172 w 12193173"/>
              <a:gd name="connsiteY8" fmla="*/ 245786 h 540522"/>
              <a:gd name="connsiteX0" fmla="*/ 1172 w 12231428"/>
              <a:gd name="connsiteY0" fmla="*/ 245786 h 540522"/>
              <a:gd name="connsiteX1" fmla="*/ 246958 w 12231428"/>
              <a:gd name="connsiteY1" fmla="*/ 0 h 540522"/>
              <a:gd name="connsiteX2" fmla="*/ 11947387 w 12231428"/>
              <a:gd name="connsiteY2" fmla="*/ 0 h 540522"/>
              <a:gd name="connsiteX3" fmla="*/ 12193173 w 12231428"/>
              <a:gd name="connsiteY3" fmla="*/ 245786 h 540522"/>
              <a:gd name="connsiteX4" fmla="*/ 12193172 w 12231428"/>
              <a:gd name="connsiteY4" fmla="*/ 245786 h 540522"/>
              <a:gd name="connsiteX5" fmla="*/ 12161698 w 12231428"/>
              <a:gd name="connsiteY5" fmla="*/ 486810 h 540522"/>
              <a:gd name="connsiteX6" fmla="*/ 4223 w 12231428"/>
              <a:gd name="connsiteY6" fmla="*/ 539413 h 540522"/>
              <a:gd name="connsiteX7" fmla="*/ 1172 w 12231428"/>
              <a:gd name="connsiteY7" fmla="*/ 245785 h 540522"/>
              <a:gd name="connsiteX8" fmla="*/ 1172 w 12231428"/>
              <a:gd name="connsiteY8" fmla="*/ 245786 h 540522"/>
              <a:gd name="connsiteX0" fmla="*/ 1172 w 12195146"/>
              <a:gd name="connsiteY0" fmla="*/ 245786 h 540522"/>
              <a:gd name="connsiteX1" fmla="*/ 246958 w 12195146"/>
              <a:gd name="connsiteY1" fmla="*/ 0 h 540522"/>
              <a:gd name="connsiteX2" fmla="*/ 11947387 w 12195146"/>
              <a:gd name="connsiteY2" fmla="*/ 0 h 540522"/>
              <a:gd name="connsiteX3" fmla="*/ 12193173 w 12195146"/>
              <a:gd name="connsiteY3" fmla="*/ 245786 h 540522"/>
              <a:gd name="connsiteX4" fmla="*/ 12193172 w 12195146"/>
              <a:gd name="connsiteY4" fmla="*/ 245786 h 540522"/>
              <a:gd name="connsiteX5" fmla="*/ 12161698 w 12195146"/>
              <a:gd name="connsiteY5" fmla="*/ 486810 h 540522"/>
              <a:gd name="connsiteX6" fmla="*/ 4223 w 12195146"/>
              <a:gd name="connsiteY6" fmla="*/ 539413 h 540522"/>
              <a:gd name="connsiteX7" fmla="*/ 1172 w 12195146"/>
              <a:gd name="connsiteY7" fmla="*/ 245785 h 540522"/>
              <a:gd name="connsiteX8" fmla="*/ 1172 w 12195146"/>
              <a:gd name="connsiteY8" fmla="*/ 245786 h 540522"/>
              <a:gd name="connsiteX0" fmla="*/ 1172 w 12244277"/>
              <a:gd name="connsiteY0" fmla="*/ 245786 h 540522"/>
              <a:gd name="connsiteX1" fmla="*/ 246958 w 12244277"/>
              <a:gd name="connsiteY1" fmla="*/ 0 h 540522"/>
              <a:gd name="connsiteX2" fmla="*/ 11947387 w 12244277"/>
              <a:gd name="connsiteY2" fmla="*/ 0 h 540522"/>
              <a:gd name="connsiteX3" fmla="*/ 12193173 w 12244277"/>
              <a:gd name="connsiteY3" fmla="*/ 245786 h 540522"/>
              <a:gd name="connsiteX4" fmla="*/ 12193172 w 12244277"/>
              <a:gd name="connsiteY4" fmla="*/ 245786 h 540522"/>
              <a:gd name="connsiteX5" fmla="*/ 12230754 w 12244277"/>
              <a:gd name="connsiteY5" fmla="*/ 484428 h 540522"/>
              <a:gd name="connsiteX6" fmla="*/ 4223 w 12244277"/>
              <a:gd name="connsiteY6" fmla="*/ 539413 h 540522"/>
              <a:gd name="connsiteX7" fmla="*/ 1172 w 12244277"/>
              <a:gd name="connsiteY7" fmla="*/ 245785 h 540522"/>
              <a:gd name="connsiteX8" fmla="*/ 1172 w 12244277"/>
              <a:gd name="connsiteY8" fmla="*/ 245786 h 540522"/>
              <a:gd name="connsiteX0" fmla="*/ 1172 w 12222094"/>
              <a:gd name="connsiteY0" fmla="*/ 245786 h 540522"/>
              <a:gd name="connsiteX1" fmla="*/ 246958 w 12222094"/>
              <a:gd name="connsiteY1" fmla="*/ 0 h 540522"/>
              <a:gd name="connsiteX2" fmla="*/ 11947387 w 12222094"/>
              <a:gd name="connsiteY2" fmla="*/ 0 h 540522"/>
              <a:gd name="connsiteX3" fmla="*/ 12193173 w 12222094"/>
              <a:gd name="connsiteY3" fmla="*/ 245786 h 540522"/>
              <a:gd name="connsiteX4" fmla="*/ 12193172 w 12222094"/>
              <a:gd name="connsiteY4" fmla="*/ 245786 h 540522"/>
              <a:gd name="connsiteX5" fmla="*/ 12204561 w 12222094"/>
              <a:gd name="connsiteY5" fmla="*/ 489190 h 540522"/>
              <a:gd name="connsiteX6" fmla="*/ 4223 w 12222094"/>
              <a:gd name="connsiteY6" fmla="*/ 539413 h 540522"/>
              <a:gd name="connsiteX7" fmla="*/ 1172 w 12222094"/>
              <a:gd name="connsiteY7" fmla="*/ 245785 h 540522"/>
              <a:gd name="connsiteX8" fmla="*/ 1172 w 12222094"/>
              <a:gd name="connsiteY8" fmla="*/ 245786 h 540522"/>
              <a:gd name="connsiteX0" fmla="*/ 1172 w 12207823"/>
              <a:gd name="connsiteY0" fmla="*/ 245786 h 540522"/>
              <a:gd name="connsiteX1" fmla="*/ 246958 w 12207823"/>
              <a:gd name="connsiteY1" fmla="*/ 0 h 540522"/>
              <a:gd name="connsiteX2" fmla="*/ 11947387 w 12207823"/>
              <a:gd name="connsiteY2" fmla="*/ 0 h 540522"/>
              <a:gd name="connsiteX3" fmla="*/ 12193173 w 12207823"/>
              <a:gd name="connsiteY3" fmla="*/ 245786 h 540522"/>
              <a:gd name="connsiteX4" fmla="*/ 12193172 w 12207823"/>
              <a:gd name="connsiteY4" fmla="*/ 245786 h 540522"/>
              <a:gd name="connsiteX5" fmla="*/ 12185511 w 12207823"/>
              <a:gd name="connsiteY5" fmla="*/ 491571 h 540522"/>
              <a:gd name="connsiteX6" fmla="*/ 4223 w 12207823"/>
              <a:gd name="connsiteY6" fmla="*/ 539413 h 540522"/>
              <a:gd name="connsiteX7" fmla="*/ 1172 w 12207823"/>
              <a:gd name="connsiteY7" fmla="*/ 245785 h 540522"/>
              <a:gd name="connsiteX8" fmla="*/ 1172 w 12207823"/>
              <a:gd name="connsiteY8" fmla="*/ 245786 h 540522"/>
              <a:gd name="connsiteX0" fmla="*/ 1172 w 12202618"/>
              <a:gd name="connsiteY0" fmla="*/ 245786 h 540522"/>
              <a:gd name="connsiteX1" fmla="*/ 246958 w 12202618"/>
              <a:gd name="connsiteY1" fmla="*/ 0 h 540522"/>
              <a:gd name="connsiteX2" fmla="*/ 11947387 w 12202618"/>
              <a:gd name="connsiteY2" fmla="*/ 0 h 540522"/>
              <a:gd name="connsiteX3" fmla="*/ 12193173 w 12202618"/>
              <a:gd name="connsiteY3" fmla="*/ 245786 h 540522"/>
              <a:gd name="connsiteX4" fmla="*/ 12193172 w 12202618"/>
              <a:gd name="connsiteY4" fmla="*/ 245786 h 540522"/>
              <a:gd name="connsiteX5" fmla="*/ 12185511 w 12202618"/>
              <a:gd name="connsiteY5" fmla="*/ 491571 h 540522"/>
              <a:gd name="connsiteX6" fmla="*/ 4223 w 12202618"/>
              <a:gd name="connsiteY6" fmla="*/ 539413 h 540522"/>
              <a:gd name="connsiteX7" fmla="*/ 1172 w 12202618"/>
              <a:gd name="connsiteY7" fmla="*/ 245785 h 540522"/>
              <a:gd name="connsiteX8" fmla="*/ 1172 w 12202618"/>
              <a:gd name="connsiteY8" fmla="*/ 245786 h 540522"/>
              <a:gd name="connsiteX0" fmla="*/ 1172 w 12213078"/>
              <a:gd name="connsiteY0" fmla="*/ 245786 h 540522"/>
              <a:gd name="connsiteX1" fmla="*/ 246958 w 12213078"/>
              <a:gd name="connsiteY1" fmla="*/ 0 h 540522"/>
              <a:gd name="connsiteX2" fmla="*/ 11947387 w 12213078"/>
              <a:gd name="connsiteY2" fmla="*/ 0 h 540522"/>
              <a:gd name="connsiteX3" fmla="*/ 12193173 w 12213078"/>
              <a:gd name="connsiteY3" fmla="*/ 245786 h 540522"/>
              <a:gd name="connsiteX4" fmla="*/ 12193172 w 12213078"/>
              <a:gd name="connsiteY4" fmla="*/ 245786 h 540522"/>
              <a:gd name="connsiteX5" fmla="*/ 12199798 w 12213078"/>
              <a:gd name="connsiteY5" fmla="*/ 491571 h 540522"/>
              <a:gd name="connsiteX6" fmla="*/ 4223 w 12213078"/>
              <a:gd name="connsiteY6" fmla="*/ 539413 h 540522"/>
              <a:gd name="connsiteX7" fmla="*/ 1172 w 12213078"/>
              <a:gd name="connsiteY7" fmla="*/ 245785 h 540522"/>
              <a:gd name="connsiteX8" fmla="*/ 1172 w 12213078"/>
              <a:gd name="connsiteY8" fmla="*/ 245786 h 540522"/>
              <a:gd name="connsiteX0" fmla="*/ 1172 w 12198313"/>
              <a:gd name="connsiteY0" fmla="*/ 245786 h 540522"/>
              <a:gd name="connsiteX1" fmla="*/ 246958 w 12198313"/>
              <a:gd name="connsiteY1" fmla="*/ 0 h 540522"/>
              <a:gd name="connsiteX2" fmla="*/ 11947387 w 12198313"/>
              <a:gd name="connsiteY2" fmla="*/ 0 h 540522"/>
              <a:gd name="connsiteX3" fmla="*/ 12193173 w 12198313"/>
              <a:gd name="connsiteY3" fmla="*/ 245786 h 540522"/>
              <a:gd name="connsiteX4" fmla="*/ 12193172 w 12198313"/>
              <a:gd name="connsiteY4" fmla="*/ 245786 h 540522"/>
              <a:gd name="connsiteX5" fmla="*/ 12178366 w 12198313"/>
              <a:gd name="connsiteY5" fmla="*/ 526990 h 540522"/>
              <a:gd name="connsiteX6" fmla="*/ 4223 w 12198313"/>
              <a:gd name="connsiteY6" fmla="*/ 539413 h 540522"/>
              <a:gd name="connsiteX7" fmla="*/ 1172 w 12198313"/>
              <a:gd name="connsiteY7" fmla="*/ 245785 h 540522"/>
              <a:gd name="connsiteX8" fmla="*/ 1172 w 12198313"/>
              <a:gd name="connsiteY8" fmla="*/ 245786 h 540522"/>
              <a:gd name="connsiteX0" fmla="*/ 1172 w 12233684"/>
              <a:gd name="connsiteY0" fmla="*/ 245786 h 551725"/>
              <a:gd name="connsiteX1" fmla="*/ 246958 w 12233684"/>
              <a:gd name="connsiteY1" fmla="*/ 0 h 551725"/>
              <a:gd name="connsiteX2" fmla="*/ 11947387 w 12233684"/>
              <a:gd name="connsiteY2" fmla="*/ 0 h 551725"/>
              <a:gd name="connsiteX3" fmla="*/ 12193173 w 12233684"/>
              <a:gd name="connsiteY3" fmla="*/ 245786 h 551725"/>
              <a:gd name="connsiteX4" fmla="*/ 12193172 w 12233684"/>
              <a:gd name="connsiteY4" fmla="*/ 245786 h 551725"/>
              <a:gd name="connsiteX5" fmla="*/ 12224086 w 12233684"/>
              <a:gd name="connsiteY5" fmla="*/ 551630 h 551725"/>
              <a:gd name="connsiteX6" fmla="*/ 4223 w 12233684"/>
              <a:gd name="connsiteY6" fmla="*/ 539413 h 551725"/>
              <a:gd name="connsiteX7" fmla="*/ 1172 w 12233684"/>
              <a:gd name="connsiteY7" fmla="*/ 245785 h 551725"/>
              <a:gd name="connsiteX8" fmla="*/ 1172 w 12233684"/>
              <a:gd name="connsiteY8" fmla="*/ 245786 h 551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33684" h="551725">
                <a:moveTo>
                  <a:pt x="1172" y="245786"/>
                </a:moveTo>
                <a:cubicBezTo>
                  <a:pt x="1172" y="110042"/>
                  <a:pt x="111214" y="0"/>
                  <a:pt x="246958" y="0"/>
                </a:cubicBezTo>
                <a:lnTo>
                  <a:pt x="11947387" y="0"/>
                </a:lnTo>
                <a:cubicBezTo>
                  <a:pt x="12083131" y="0"/>
                  <a:pt x="12193173" y="110042"/>
                  <a:pt x="12193173" y="245786"/>
                </a:cubicBezTo>
                <a:lnTo>
                  <a:pt x="12193172" y="245786"/>
                </a:lnTo>
                <a:cubicBezTo>
                  <a:pt x="12193172" y="381530"/>
                  <a:pt x="12257437" y="556393"/>
                  <a:pt x="12224086" y="551630"/>
                </a:cubicBezTo>
                <a:lnTo>
                  <a:pt x="4223" y="539413"/>
                </a:lnTo>
                <a:cubicBezTo>
                  <a:pt x="-2934" y="556082"/>
                  <a:pt x="1172" y="381529"/>
                  <a:pt x="1172" y="245785"/>
                </a:cubicBezTo>
                <a:lnTo>
                  <a:pt x="1172" y="2457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69775F6-4B9D-38D2-7ECD-19510D09D8FB}"/>
              </a:ext>
            </a:extLst>
          </p:cNvPr>
          <p:cNvSpPr/>
          <p:nvPr/>
        </p:nvSpPr>
        <p:spPr>
          <a:xfrm>
            <a:off x="1049149" y="949534"/>
            <a:ext cx="2387600" cy="1037820"/>
          </a:xfrm>
          <a:prstGeom prst="roundRect">
            <a:avLst>
              <a:gd name="adj" fmla="val 8257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5AC2916-C324-DE69-5F47-0421D27CFAFF}"/>
              </a:ext>
            </a:extLst>
          </p:cNvPr>
          <p:cNvSpPr/>
          <p:nvPr/>
        </p:nvSpPr>
        <p:spPr>
          <a:xfrm>
            <a:off x="3813903" y="949534"/>
            <a:ext cx="2387600" cy="1037820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67E0E8C-73C1-8652-64E0-9A61BBB20E64}"/>
              </a:ext>
            </a:extLst>
          </p:cNvPr>
          <p:cNvSpPr/>
          <p:nvPr/>
        </p:nvSpPr>
        <p:spPr>
          <a:xfrm>
            <a:off x="9380638" y="950110"/>
            <a:ext cx="2387600" cy="1030940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FEA9C15-CDDD-AFE9-0FFC-AABDA491FA86}"/>
              </a:ext>
            </a:extLst>
          </p:cNvPr>
          <p:cNvSpPr/>
          <p:nvPr/>
        </p:nvSpPr>
        <p:spPr>
          <a:xfrm>
            <a:off x="1049149" y="2144577"/>
            <a:ext cx="10737908" cy="2418961"/>
          </a:xfrm>
          <a:prstGeom prst="roundRect">
            <a:avLst>
              <a:gd name="adj" fmla="val 5297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C9F9452-9579-722C-09FC-D45807E4F80A}"/>
              </a:ext>
            </a:extLst>
          </p:cNvPr>
          <p:cNvSpPr/>
          <p:nvPr/>
        </p:nvSpPr>
        <p:spPr>
          <a:xfrm>
            <a:off x="1049149" y="4820478"/>
            <a:ext cx="5266984" cy="1921835"/>
          </a:xfrm>
          <a:prstGeom prst="roundRect">
            <a:avLst>
              <a:gd name="adj" fmla="val 4729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EAFEA4D9-7945-C794-C1E9-B2D388E8E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40" name="Imagem 39" descr="Logotipo&#10;&#10;O conteúdo gerado por IA pode estar incorreto.">
            <a:extLst>
              <a:ext uri="{FF2B5EF4-FFF2-40B4-BE49-F238E27FC236}">
                <a16:creationId xmlns:a16="http://schemas.microsoft.com/office/drawing/2014/main" id="{33CE1AA8-0668-096E-9C0F-8F993A153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1400" y="-496476"/>
            <a:ext cx="2342499" cy="1801131"/>
          </a:xfrm>
          <a:prstGeom prst="rect">
            <a:avLst/>
          </a:prstGeom>
        </p:spPr>
      </p:pic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B957FC01-4CC7-1D98-3596-C154C9C76003}"/>
              </a:ext>
            </a:extLst>
          </p:cNvPr>
          <p:cNvSpPr/>
          <p:nvPr/>
        </p:nvSpPr>
        <p:spPr>
          <a:xfrm>
            <a:off x="1699975" y="227802"/>
            <a:ext cx="3205399" cy="309954"/>
          </a:xfrm>
          <a:prstGeom prst="roundRect">
            <a:avLst>
              <a:gd name="adj" fmla="val 26287"/>
            </a:avLst>
          </a:prstGeom>
          <a:solidFill>
            <a:srgbClr val="2F3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/>
              <a:t>Analytics</a:t>
            </a:r>
            <a:r>
              <a:rPr lang="pt-BR" sz="1400" dirty="0"/>
              <a:t> – Evolução e tendências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DCF7B23A-BA43-12FB-2C9A-519B41BC719F}"/>
              </a:ext>
            </a:extLst>
          </p:cNvPr>
          <p:cNvSpPr/>
          <p:nvPr/>
        </p:nvSpPr>
        <p:spPr>
          <a:xfrm>
            <a:off x="3008184" y="970568"/>
            <a:ext cx="347291" cy="374036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CA427C9E-3A2F-C9C0-A7B7-036C61A8E6F7}"/>
              </a:ext>
            </a:extLst>
          </p:cNvPr>
          <p:cNvSpPr/>
          <p:nvPr/>
        </p:nvSpPr>
        <p:spPr>
          <a:xfrm>
            <a:off x="5792658" y="973108"/>
            <a:ext cx="372871" cy="362545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3" name="Imagem 52" descr="Ícone&#10;&#10;O conteúdo gerado por IA pode estar incorreto.">
            <a:extLst>
              <a:ext uri="{FF2B5EF4-FFF2-40B4-BE49-F238E27FC236}">
                <a16:creationId xmlns:a16="http://schemas.microsoft.com/office/drawing/2014/main" id="{5EFC8A99-5B7C-CBAD-791F-F32C460026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137" y="999786"/>
            <a:ext cx="291413" cy="291413"/>
          </a:xfrm>
          <a:prstGeom prst="rect">
            <a:avLst/>
          </a:prstGeom>
        </p:spPr>
      </p:pic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0172DA5A-1FAB-20CE-97CF-84D6FD63A02F}"/>
              </a:ext>
            </a:extLst>
          </p:cNvPr>
          <p:cNvSpPr/>
          <p:nvPr/>
        </p:nvSpPr>
        <p:spPr>
          <a:xfrm>
            <a:off x="11418889" y="981926"/>
            <a:ext cx="306401" cy="346436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7" name="Imagem 66" descr="Ícone&#10;&#10;O conteúdo gerado por IA pode estar incorreto.">
            <a:extLst>
              <a:ext uri="{FF2B5EF4-FFF2-40B4-BE49-F238E27FC236}">
                <a16:creationId xmlns:a16="http://schemas.microsoft.com/office/drawing/2014/main" id="{77898788-918B-C0B8-68DE-B16D8C953F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301" y="1011706"/>
            <a:ext cx="291214" cy="291214"/>
          </a:xfrm>
          <a:prstGeom prst="rect">
            <a:avLst/>
          </a:prstGeom>
        </p:spPr>
      </p:pic>
      <p:pic>
        <p:nvPicPr>
          <p:cNvPr id="71" name="Imagem 70" descr="Ícone&#10;&#10;O conteúdo gerado por IA pode estar incorreto.">
            <a:extLst>
              <a:ext uri="{FF2B5EF4-FFF2-40B4-BE49-F238E27FC236}">
                <a16:creationId xmlns:a16="http://schemas.microsoft.com/office/drawing/2014/main" id="{3BEF1C91-31F3-F8B3-368C-D88EDBAFDD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3662" y="1040043"/>
            <a:ext cx="242848" cy="242848"/>
          </a:xfrm>
          <a:prstGeom prst="rect">
            <a:avLst/>
          </a:prstGeom>
        </p:spPr>
      </p:pic>
      <p:pic>
        <p:nvPicPr>
          <p:cNvPr id="13" name="Imagem 12" descr="Ícone&#10;&#10;O conteúdo gerado por IA pode estar incorreto.">
            <a:extLst>
              <a:ext uri="{FF2B5EF4-FFF2-40B4-BE49-F238E27FC236}">
                <a16:creationId xmlns:a16="http://schemas.microsoft.com/office/drawing/2014/main" id="{CF74667C-53DD-9736-07DC-2B34B7D80D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0" y="2818496"/>
            <a:ext cx="351582" cy="351582"/>
          </a:xfrm>
          <a:prstGeom prst="rect">
            <a:avLst/>
          </a:prstGeom>
        </p:spPr>
      </p:pic>
      <p:pic>
        <p:nvPicPr>
          <p:cNvPr id="22" name="Imagem 21" descr="Ícone&#10;&#10;O conteúdo gerado por IA pode estar incorreto.">
            <a:extLst>
              <a:ext uri="{FF2B5EF4-FFF2-40B4-BE49-F238E27FC236}">
                <a16:creationId xmlns:a16="http://schemas.microsoft.com/office/drawing/2014/main" id="{660916BE-A78F-1418-E3DF-55A60AE84A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0" y="4303881"/>
            <a:ext cx="351582" cy="351582"/>
          </a:xfrm>
          <a:prstGeom prst="rect">
            <a:avLst/>
          </a:prstGeom>
        </p:spPr>
      </p:pic>
      <p:pic>
        <p:nvPicPr>
          <p:cNvPr id="25" name="Imagem 24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051AAF28-BE64-2963-26C1-A9BAE042C4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392" y="1383777"/>
            <a:ext cx="316754" cy="316754"/>
          </a:xfrm>
          <a:prstGeom prst="rect">
            <a:avLst/>
          </a:prstGeom>
        </p:spPr>
      </p:pic>
      <p:pic>
        <p:nvPicPr>
          <p:cNvPr id="2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F84772A2-6E6B-2046-CC14-87C453A0828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1" y="2011480"/>
            <a:ext cx="349882" cy="349882"/>
          </a:xfrm>
          <a:prstGeom prst="rect">
            <a:avLst/>
          </a:prstGeom>
        </p:spPr>
      </p:pic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FF8553D-EAEF-F549-5E1F-CDC7FB835C37}"/>
              </a:ext>
            </a:extLst>
          </p:cNvPr>
          <p:cNvSpPr/>
          <p:nvPr/>
        </p:nvSpPr>
        <p:spPr>
          <a:xfrm>
            <a:off x="44482" y="3547272"/>
            <a:ext cx="446056" cy="453228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A021F57-2366-833C-351F-0F051B5155D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6" y="3579070"/>
            <a:ext cx="381791" cy="381791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BB551E1-4917-9894-DB1D-5741D5A153E8}"/>
              </a:ext>
            </a:extLst>
          </p:cNvPr>
          <p:cNvSpPr/>
          <p:nvPr/>
        </p:nvSpPr>
        <p:spPr>
          <a:xfrm>
            <a:off x="6569276" y="956414"/>
            <a:ext cx="2387600" cy="1030940"/>
          </a:xfrm>
          <a:prstGeom prst="roundRect">
            <a:avLst>
              <a:gd name="adj" fmla="val 7416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AA5E8FD0-03A6-7583-06CB-B7BBA41C78BB}"/>
              </a:ext>
            </a:extLst>
          </p:cNvPr>
          <p:cNvSpPr/>
          <p:nvPr/>
        </p:nvSpPr>
        <p:spPr>
          <a:xfrm>
            <a:off x="8631065" y="980374"/>
            <a:ext cx="286414" cy="326345"/>
          </a:xfrm>
          <a:prstGeom prst="roundRect">
            <a:avLst>
              <a:gd name="adj" fmla="val 35127"/>
            </a:avLst>
          </a:prstGeom>
          <a:solidFill>
            <a:srgbClr val="2F3A5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60E0487E-0855-0DA1-FD62-37204F809E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917" y="1030153"/>
            <a:ext cx="206041" cy="206041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E061774-4590-B555-8F7E-EE1C9230BAAF}"/>
              </a:ext>
            </a:extLst>
          </p:cNvPr>
          <p:cNvSpPr/>
          <p:nvPr/>
        </p:nvSpPr>
        <p:spPr>
          <a:xfrm>
            <a:off x="6520073" y="4820477"/>
            <a:ext cx="5266984" cy="1921835"/>
          </a:xfrm>
          <a:prstGeom prst="roundRect">
            <a:avLst>
              <a:gd name="adj" fmla="val 4729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06475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1423</TotalTime>
  <Words>15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Pires</dc:creator>
  <cp:lastModifiedBy>Lucas Pires</cp:lastModifiedBy>
  <cp:revision>27</cp:revision>
  <dcterms:created xsi:type="dcterms:W3CDTF">2026-01-24T16:46:54Z</dcterms:created>
  <dcterms:modified xsi:type="dcterms:W3CDTF">2026-03-10T02:54:32Z</dcterms:modified>
</cp:coreProperties>
</file>